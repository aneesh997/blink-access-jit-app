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3"/>
  </p:notesMasterIdLst>
  <p:sldIdLst>
    <p:sldId id="256" r:id="rId2"/>
    <p:sldId id="257" r:id="rId3"/>
    <p:sldId id="258" r:id="rId4"/>
    <p:sldId id="260" r:id="rId5"/>
    <p:sldId id="259" r:id="rId6"/>
    <p:sldId id="261" r:id="rId7"/>
    <p:sldId id="268" r:id="rId8"/>
    <p:sldId id="269" r:id="rId9"/>
    <p:sldId id="270" r:id="rId10"/>
    <p:sldId id="271" r:id="rId11"/>
    <p:sldId id="267" r:id="rId12"/>
  </p:sldIdLst>
  <p:sldSz cx="12192000" cy="6858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1pPr>
    <a:lvl2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2pPr>
    <a:lvl3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3pPr>
    <a:lvl4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4pPr>
    <a:lvl5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5pPr>
    <a:lvl6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6pPr>
    <a:lvl7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7pPr>
    <a:lvl8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8pPr>
    <a:lvl9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DD4EA"/>
          </a:solidFill>
        </a:fill>
      </a:tcStyle>
    </a:wholeTbl>
    <a:band2H>
      <a:tcTxStyle/>
      <a:tcStyle>
        <a:tcBdr/>
        <a:fill>
          <a:solidFill>
            <a:srgbClr val="E8EBF5"/>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1"/>
          </a:solidFill>
        </a:fill>
      </a:tcStyle>
    </a:firstRow>
  </a:tblStyle>
  <a:tblStyle styleId="{C7B018BB-80A7-4F77-B60F-C8B233D01FF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E0E0E0"/>
          </a:solidFill>
        </a:fill>
      </a:tcStyle>
    </a:wholeTbl>
    <a:band2H>
      <a:tcTxStyle/>
      <a:tcStyle>
        <a:tcBdr/>
        <a:fill>
          <a:solidFill>
            <a:srgbClr val="F0F0F0"/>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3"/>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D4E2CE"/>
          </a:solidFill>
        </a:fill>
      </a:tcStyle>
    </a:wholeTbl>
    <a:band2H>
      <a:tcTxStyle/>
      <a:tcStyle>
        <a:tcBdr/>
        <a:fill>
          <a:solidFill>
            <a:srgbClr val="EBF1E8"/>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chemeClr val="accent6"/>
          </a:solidFill>
        </a:fill>
      </a:tcStyle>
    </a:firstRow>
  </a:tblStyle>
  <a:tblStyle styleId="{CF821DB8-F4EB-4A41-A1BA-3FCAFE7338EE}" styleName="">
    <a:tblBg/>
    <a:wholeTbl>
      <a:tcTxStyle b="off" i="off">
        <a:fontRef idx="minor">
          <a:srgbClr val="000000"/>
        </a:fontRef>
        <a:srgbClr val="000000"/>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rgbClr val="E6E6E6"/>
          </a:solidFill>
        </a:fill>
      </a:tcStyle>
    </a:wholeTbl>
    <a:band2H>
      <a:tcTxStyle/>
      <a:tcStyle>
        <a:tcBdr/>
        <a:fill>
          <a:solidFill>
            <a:srgbClr val="FFFFFF"/>
          </a:solidFill>
        </a:fill>
      </a:tcStyle>
    </a:band2H>
    <a:firstCol>
      <a:tcTxStyle b="on" i="off">
        <a:fontRef idx="minor">
          <a:srgbClr val="FFFFFF"/>
        </a:fontRef>
        <a:srgbClr val="FFFFFF"/>
      </a:tcTxStyle>
      <a:tcStyle>
        <a:tcBdr>
          <a:left>
            <a:ln w="12700" cap="flat">
              <a:noFill/>
              <a:miter lim="400000"/>
            </a:ln>
          </a:left>
          <a:right>
            <a:ln w="12700" cap="flat">
              <a:noFill/>
              <a:miter lim="400000"/>
            </a:ln>
          </a:right>
          <a:top>
            <a:ln w="12700" cap="flat">
              <a:noFill/>
              <a:miter lim="400000"/>
            </a:ln>
          </a:top>
          <a:bottom>
            <a:ln w="12700" cap="flat">
              <a:noFill/>
              <a:miter lim="400000"/>
            </a:ln>
          </a:bottom>
          <a:insideH>
            <a:ln w="12700" cap="flat">
              <a:noFill/>
              <a:miter lim="400000"/>
            </a:ln>
          </a:insideH>
          <a:insideV>
            <a:ln w="12700" cap="flat">
              <a:noFill/>
              <a:miter lim="400000"/>
            </a:ln>
          </a:insideV>
        </a:tcBdr>
        <a:fill>
          <a:solidFill>
            <a:schemeClr val="accent1"/>
          </a:solidFill>
        </a:fill>
      </a:tcStyle>
    </a:firstCol>
    <a:lastRow>
      <a:tcTxStyle b="on" i="off">
        <a:fontRef idx="minor">
          <a:srgbClr val="000000"/>
        </a:fontRef>
        <a:srgbClr val="000000"/>
      </a:tcTxStyle>
      <a:tcStyle>
        <a:tcBdr>
          <a:left>
            <a:ln w="12700" cap="flat">
              <a:noFill/>
              <a:miter lim="400000"/>
            </a:ln>
          </a:left>
          <a:right>
            <a:ln w="12700" cap="flat">
              <a:noFill/>
              <a:miter lim="400000"/>
            </a:ln>
          </a:right>
          <a:top>
            <a:ln w="508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rgbClr val="FFFFFF"/>
          </a:solidFill>
        </a:fill>
      </a:tcStyle>
    </a:lastRow>
    <a:firstRow>
      <a:tcTxStyle b="on" i="off">
        <a:fontRef idx="minor">
          <a:srgbClr val="FFFFFF"/>
        </a:fontRef>
        <a:srgbClr val="FFFFFF"/>
      </a:tcTxStyle>
      <a:tcStyle>
        <a:tcBdr>
          <a:left>
            <a:ln w="12700" cap="flat">
              <a:noFill/>
              <a:miter lim="400000"/>
            </a:ln>
          </a:left>
          <a:right>
            <a:ln w="12700" cap="flat">
              <a:noFill/>
              <a:miter lim="400000"/>
            </a:ln>
          </a:right>
          <a:top>
            <a:ln w="25400" cap="flat">
              <a:solidFill>
                <a:srgbClr val="000000"/>
              </a:solidFill>
              <a:prstDash val="solid"/>
              <a:round/>
            </a:ln>
          </a:top>
          <a:bottom>
            <a:ln w="25400" cap="flat">
              <a:solidFill>
                <a:srgbClr val="000000"/>
              </a:solidFill>
              <a:prstDash val="solid"/>
              <a:round/>
            </a:ln>
          </a:bottom>
          <a:insideH>
            <a:ln w="12700" cap="flat">
              <a:noFill/>
              <a:miter lim="400000"/>
            </a:ln>
          </a:insideH>
          <a:insideV>
            <a:ln w="12700" cap="flat">
              <a:noFill/>
              <a:miter lim="400000"/>
            </a:ln>
          </a:insideV>
        </a:tcBdr>
        <a:fill>
          <a:solidFill>
            <a:schemeClr val="accent1"/>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CACACA"/>
          </a:solidFill>
        </a:fill>
      </a:tcStyle>
    </a:wholeTbl>
    <a:band2H>
      <a:tcTxStyle/>
      <a:tcStyle>
        <a:tcBdr/>
        <a:fill>
          <a:solidFill>
            <a:srgbClr val="E6E6E6"/>
          </a:solidFill>
        </a:fill>
      </a:tcStyle>
    </a:band2H>
    <a:firstCol>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Col>
    <a:la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38100" cap="flat">
              <a:solidFill>
                <a:srgbClr val="FFFFFF"/>
              </a:solidFill>
              <a:prstDash val="solid"/>
              <a:round/>
            </a:ln>
          </a:top>
          <a:bottom>
            <a:ln w="127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lastRow>
    <a:firstRow>
      <a:tcTxStyle b="on" i="off">
        <a:fontRef idx="minor">
          <a:srgbClr val="FFFFFF"/>
        </a:fontRef>
        <a:srgbClr val="FFFFFF"/>
      </a:tcTxStyle>
      <a:tcStyle>
        <a:tcBdr>
          <a:left>
            <a:ln w="12700" cap="flat">
              <a:solidFill>
                <a:srgbClr val="FFFFFF"/>
              </a:solidFill>
              <a:prstDash val="solid"/>
              <a:round/>
            </a:ln>
          </a:left>
          <a:right>
            <a:ln w="12700" cap="flat">
              <a:solidFill>
                <a:srgbClr val="FFFFFF"/>
              </a:solidFill>
              <a:prstDash val="solid"/>
              <a:round/>
            </a:ln>
          </a:right>
          <a:top>
            <a:ln w="12700" cap="flat">
              <a:solidFill>
                <a:srgbClr val="FFFFFF"/>
              </a:solidFill>
              <a:prstDash val="solid"/>
              <a:round/>
            </a:ln>
          </a:top>
          <a:bottom>
            <a:ln w="38100" cap="flat">
              <a:solidFill>
                <a:srgbClr val="FFFFFF"/>
              </a:solidFill>
              <a:prstDash val="solid"/>
              <a:round/>
            </a:ln>
          </a:bottom>
          <a:insideH>
            <a:ln w="12700" cap="flat">
              <a:solidFill>
                <a:srgbClr val="FFFFFF"/>
              </a:solidFill>
              <a:prstDash val="solid"/>
              <a:round/>
            </a:ln>
          </a:insideH>
          <a:insideV>
            <a:ln w="12700" cap="flat">
              <a:solidFill>
                <a:srgbClr val="FFFFFF"/>
              </a:solidFill>
              <a:prstDash val="solid"/>
              <a:round/>
            </a:ln>
          </a:insideV>
        </a:tcBdr>
        <a:fill>
          <a:solidFill>
            <a:srgbClr val="000000"/>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wholeTbl>
    <a:band2H>
      <a:tcTxStyle/>
      <a:tcStyle>
        <a:tcBdr/>
        <a:fill>
          <a:solidFill>
            <a:srgbClr val="FFFFFF"/>
          </a:solidFill>
        </a:fill>
      </a:tcStyle>
    </a:band2H>
    <a:firstCol>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solidFill>
            <a:srgbClr val="000000">
              <a:alpha val="20000"/>
            </a:srgbClr>
          </a:solidFill>
        </a:fill>
      </a:tcStyle>
    </a:firstCol>
    <a:la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50800" cap="flat">
              <a:solidFill>
                <a:srgbClr val="000000"/>
              </a:solidFill>
              <a:prstDash val="solid"/>
              <a:round/>
            </a:ln>
          </a:top>
          <a:bottom>
            <a:ln w="127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lastRow>
    <a:firstRow>
      <a:tcTxStyle b="on" i="off">
        <a:fontRef idx="minor">
          <a:srgbClr val="000000"/>
        </a:fontRef>
        <a:srgbClr val="000000"/>
      </a:tcTxStyle>
      <a:tcStyle>
        <a:tcBdr>
          <a:left>
            <a:ln w="12700" cap="flat">
              <a:solidFill>
                <a:srgbClr val="000000"/>
              </a:solidFill>
              <a:prstDash val="solid"/>
              <a:round/>
            </a:ln>
          </a:left>
          <a:right>
            <a:ln w="12700" cap="flat">
              <a:solidFill>
                <a:srgbClr val="000000"/>
              </a:solidFill>
              <a:prstDash val="solid"/>
              <a:round/>
            </a:ln>
          </a:right>
          <a:top>
            <a:ln w="12700" cap="flat">
              <a:solidFill>
                <a:srgbClr val="000000"/>
              </a:solidFill>
              <a:prstDash val="solid"/>
              <a:round/>
            </a:ln>
          </a:top>
          <a:bottom>
            <a:ln w="25400" cap="flat">
              <a:solidFill>
                <a:srgbClr val="000000"/>
              </a:solidFill>
              <a:prstDash val="solid"/>
              <a:round/>
            </a:ln>
          </a:bottom>
          <a:insideH>
            <a:ln w="12700" cap="flat">
              <a:solidFill>
                <a:srgbClr val="000000"/>
              </a:solidFill>
              <a:prstDash val="solid"/>
              <a:round/>
            </a:ln>
          </a:insideH>
          <a:insideV>
            <a:ln w="12700" cap="flat">
              <a:solidFill>
                <a:srgbClr val="000000"/>
              </a:solidFill>
              <a:prstDash val="solid"/>
              <a:round/>
            </a:ln>
          </a:insideV>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3003"/>
    <p:restoredTop sz="94676"/>
  </p:normalViewPr>
  <p:slideViewPr>
    <p:cSldViewPr snapToGrid="0">
      <p:cViewPr varScale="1">
        <p:scale>
          <a:sx n="114" d="100"/>
          <a:sy n="114" d="100"/>
        </p:scale>
        <p:origin x="496" y="176"/>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43" name="Shape 143"/>
          <p:cNvSpPr>
            <a:spLocks noGrp="1" noRot="1" noChangeAspect="1"/>
          </p:cNvSpPr>
          <p:nvPr>
            <p:ph type="sldImg"/>
          </p:nvPr>
        </p:nvSpPr>
        <p:spPr>
          <a:xfrm>
            <a:off x="1143000" y="685800"/>
            <a:ext cx="4572000" cy="3429000"/>
          </a:xfrm>
          <a:prstGeom prst="rect">
            <a:avLst/>
          </a:prstGeom>
        </p:spPr>
        <p:txBody>
          <a:bodyPr/>
          <a:lstStyle/>
          <a:p>
            <a:endParaRPr/>
          </a:p>
        </p:txBody>
      </p:sp>
      <p:sp>
        <p:nvSpPr>
          <p:cNvPr id="144" name="Shape 144"/>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latinLnBrk="0">
      <a:defRPr sz="1400">
        <a:latin typeface="+mn-lt"/>
        <a:ea typeface="+mn-ea"/>
        <a:cs typeface="+mn-cs"/>
        <a:sym typeface="Arial"/>
      </a:defRPr>
    </a:lvl1pPr>
    <a:lvl2pPr indent="228600" latinLnBrk="0">
      <a:defRPr sz="1400">
        <a:latin typeface="+mn-lt"/>
        <a:ea typeface="+mn-ea"/>
        <a:cs typeface="+mn-cs"/>
        <a:sym typeface="Arial"/>
      </a:defRPr>
    </a:lvl2pPr>
    <a:lvl3pPr indent="457200" latinLnBrk="0">
      <a:defRPr sz="1400">
        <a:latin typeface="+mn-lt"/>
        <a:ea typeface="+mn-ea"/>
        <a:cs typeface="+mn-cs"/>
        <a:sym typeface="Arial"/>
      </a:defRPr>
    </a:lvl3pPr>
    <a:lvl4pPr indent="685800" latinLnBrk="0">
      <a:defRPr sz="1400">
        <a:latin typeface="+mn-lt"/>
        <a:ea typeface="+mn-ea"/>
        <a:cs typeface="+mn-cs"/>
        <a:sym typeface="Arial"/>
      </a:defRPr>
    </a:lvl4pPr>
    <a:lvl5pPr indent="914400" latinLnBrk="0">
      <a:defRPr sz="1400">
        <a:latin typeface="+mn-lt"/>
        <a:ea typeface="+mn-ea"/>
        <a:cs typeface="+mn-cs"/>
        <a:sym typeface="Arial"/>
      </a:defRPr>
    </a:lvl5pPr>
    <a:lvl6pPr indent="1143000" latinLnBrk="0">
      <a:defRPr sz="1400">
        <a:latin typeface="+mn-lt"/>
        <a:ea typeface="+mn-ea"/>
        <a:cs typeface="+mn-cs"/>
        <a:sym typeface="Arial"/>
      </a:defRPr>
    </a:lvl6pPr>
    <a:lvl7pPr indent="1371600" latinLnBrk="0">
      <a:defRPr sz="1400">
        <a:latin typeface="+mn-lt"/>
        <a:ea typeface="+mn-ea"/>
        <a:cs typeface="+mn-cs"/>
        <a:sym typeface="Arial"/>
      </a:defRPr>
    </a:lvl7pPr>
    <a:lvl8pPr indent="1600200" latinLnBrk="0">
      <a:defRPr sz="1400">
        <a:latin typeface="+mn-lt"/>
        <a:ea typeface="+mn-ea"/>
        <a:cs typeface="+mn-cs"/>
        <a:sym typeface="Arial"/>
      </a:defRPr>
    </a:lvl8pPr>
    <a:lvl9pPr indent="1828800" latinLnBrk="0">
      <a:defRPr sz="1400">
        <a:latin typeface="+mn-lt"/>
        <a:ea typeface="+mn-ea"/>
        <a:cs typeface="+mn-cs"/>
        <a:sym typeface="Arial"/>
      </a:defRPr>
    </a:lvl9pPr>
  </p:notesStyle>
</p:notesMaster>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cSld name="TITLE">
    <p:bg>
      <p:bgPr>
        <a:solidFill>
          <a:srgbClr val="233039"/>
        </a:solidFill>
        <a:effectLst/>
      </p:bgPr>
    </p:bg>
    <p:spTree>
      <p:nvGrpSpPr>
        <p:cNvPr id="1" name=""/>
        <p:cNvGrpSpPr/>
        <p:nvPr/>
      </p:nvGrpSpPr>
      <p:grpSpPr>
        <a:xfrm>
          <a:off x="0" y="0"/>
          <a:ext cx="0" cy="0"/>
          <a:chOff x="0" y="0"/>
          <a:chExt cx="0" cy="0"/>
        </a:xfrm>
      </p:grpSpPr>
      <p:sp>
        <p:nvSpPr>
          <p:cNvPr id="12" name="Title Text"/>
          <p:cNvSpPr txBox="1">
            <a:spLocks noGrp="1"/>
          </p:cNvSpPr>
          <p:nvPr>
            <p:ph type="title"/>
          </p:nvPr>
        </p:nvSpPr>
        <p:spPr>
          <a:xfrm>
            <a:off x="1524000" y="1122362"/>
            <a:ext cx="9144000" cy="2387601"/>
          </a:xfrm>
          <a:prstGeom prst="rect">
            <a:avLst/>
          </a:prstGeom>
        </p:spPr>
        <p:txBody>
          <a:bodyPr anchor="b"/>
          <a:lstStyle>
            <a:lvl1pPr>
              <a:defRPr sz="6000">
                <a:latin typeface="Cantarell"/>
                <a:ea typeface="Cantarell"/>
                <a:cs typeface="Cantarell"/>
                <a:sym typeface="Cantarell"/>
              </a:defRPr>
            </a:lvl1pPr>
          </a:lstStyle>
          <a:p>
            <a:r>
              <a:t>Title Text</a:t>
            </a:r>
          </a:p>
        </p:txBody>
      </p:sp>
      <p:sp>
        <p:nvSpPr>
          <p:cNvPr id="13" name="Body Level One…"/>
          <p:cNvSpPr txBox="1">
            <a:spLocks noGrp="1"/>
          </p:cNvSpPr>
          <p:nvPr>
            <p:ph type="body" sz="quarter" idx="1"/>
          </p:nvPr>
        </p:nvSpPr>
        <p:spPr>
          <a:xfrm>
            <a:off x="1524000" y="3602037"/>
            <a:ext cx="9144000" cy="1655763"/>
          </a:xfrm>
          <a:prstGeom prst="rect">
            <a:avLst/>
          </a:prstGeom>
        </p:spPr>
        <p:txBody>
          <a:bodyPr/>
          <a:lstStyle>
            <a:lvl1pPr marL="406400" indent="-355600" algn="ctr">
              <a:buClrTx/>
              <a:buSzTx/>
              <a:buFontTx/>
              <a:buNone/>
              <a:defRPr sz="2400">
                <a:latin typeface="Cantarell"/>
                <a:ea typeface="Cantarell"/>
                <a:cs typeface="Cantarell"/>
                <a:sym typeface="Cantarell"/>
              </a:defRPr>
            </a:lvl1pPr>
            <a:lvl2pPr marL="406400" indent="127000" algn="ctr">
              <a:buClrTx/>
              <a:buSzTx/>
              <a:buFontTx/>
              <a:buNone/>
              <a:defRPr sz="2400">
                <a:latin typeface="Cantarell"/>
                <a:ea typeface="Cantarell"/>
                <a:cs typeface="Cantarell"/>
                <a:sym typeface="Cantarell"/>
              </a:defRPr>
            </a:lvl2pPr>
            <a:lvl3pPr marL="406400" indent="609600" algn="ctr">
              <a:buClrTx/>
              <a:buSzTx/>
              <a:buFontTx/>
              <a:buNone/>
              <a:defRPr sz="2400">
                <a:latin typeface="Cantarell"/>
                <a:ea typeface="Cantarell"/>
                <a:cs typeface="Cantarell"/>
                <a:sym typeface="Cantarell"/>
              </a:defRPr>
            </a:lvl3pPr>
            <a:lvl4pPr marL="406400" indent="1079500" algn="ctr">
              <a:buClrTx/>
              <a:buSzTx/>
              <a:buFontTx/>
              <a:buNone/>
              <a:defRPr sz="2400">
                <a:latin typeface="Cantarell"/>
                <a:ea typeface="Cantarell"/>
                <a:cs typeface="Cantarell"/>
                <a:sym typeface="Cantarell"/>
              </a:defRPr>
            </a:lvl4pPr>
            <a:lvl5pPr marL="406400" indent="1536700" algn="ctr">
              <a:buClrTx/>
              <a:buSzTx/>
              <a:buFontTx/>
              <a:buNone/>
              <a:defRPr sz="2400">
                <a:latin typeface="Cantarell"/>
                <a:ea typeface="Cantarell"/>
                <a:cs typeface="Cantarell"/>
                <a:sym typeface="Cantarell"/>
              </a:defRPr>
            </a:lvl5pPr>
          </a:lstStyle>
          <a:p>
            <a:r>
              <a:t>Body Level One</a:t>
            </a:r>
          </a:p>
          <a:p>
            <a:pPr lvl="1"/>
            <a:r>
              <a:t>Body Level Two</a:t>
            </a:r>
          </a:p>
          <a:p>
            <a:pPr lvl="2"/>
            <a:r>
              <a:t>Body Level Three</a:t>
            </a:r>
          </a:p>
          <a:p>
            <a:pPr lvl="3"/>
            <a:r>
              <a:t>Body Level Four</a:t>
            </a:r>
          </a:p>
          <a:p>
            <a:pPr lvl="4"/>
            <a:r>
              <a:t>Body Level Five</a:t>
            </a:r>
          </a:p>
        </p:txBody>
      </p:sp>
      <p:sp>
        <p:nvSpPr>
          <p:cNvPr id="14" name="Slide Number"/>
          <p:cNvSpPr txBox="1">
            <a:spLocks noGrp="1"/>
          </p:cNvSpPr>
          <p:nvPr>
            <p:ph type="sldNum" sz="quarter" idx="2"/>
          </p:nvPr>
        </p:nvSpPr>
        <p:spPr>
          <a:xfrm>
            <a:off x="11095216" y="6472174"/>
            <a:ext cx="258585" cy="248266"/>
          </a:xfrm>
          <a:prstGeom prst="rect">
            <a:avLst/>
          </a:prstGeom>
        </p:spPr>
        <p:txBody>
          <a:bodyPr/>
          <a:lstStyle/>
          <a:p>
            <a:fld id="{86CB4B4D-7CA3-9044-876B-883B54F8677D}" type="slidenum">
              <a:t>‹#›</a:t>
            </a:fld>
            <a:endParaRPr/>
          </a:p>
        </p:txBody>
      </p:sp>
      <p:pic>
        <p:nvPicPr>
          <p:cNvPr id="15" name="Google Shape;21;p24" descr="Google Shape;21;p24"/>
          <p:cNvPicPr>
            <a:picLocks noChangeAspect="1"/>
          </p:cNvPicPr>
          <p:nvPr/>
        </p:nvPicPr>
        <p:blipFill>
          <a:blip r:embed="rId2"/>
          <a:stretch>
            <a:fillRect/>
          </a:stretch>
        </p:blipFill>
        <p:spPr>
          <a:xfrm>
            <a:off x="9813907" y="0"/>
            <a:ext cx="2378095" cy="1116001"/>
          </a:xfrm>
          <a:prstGeom prst="rect">
            <a:avLst/>
          </a:prstGeom>
          <a:ln w="12700">
            <a:miter lim="400000"/>
          </a:ln>
        </p:spPr>
      </p:pic>
      <p:sp>
        <p:nvSpPr>
          <p:cNvPr id="16" name="Google Shape;22;p24"/>
          <p:cNvSpPr/>
          <p:nvPr/>
        </p:nvSpPr>
        <p:spPr>
          <a:xfrm>
            <a:off x="-1" y="6352197"/>
            <a:ext cx="12192004" cy="130972"/>
          </a:xfrm>
          <a:prstGeom prst="rect">
            <a:avLst/>
          </a:prstGeom>
          <a:solidFill>
            <a:srgbClr val="D0A863"/>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type="tx">
  <p:cSld name="OBJECT">
    <p:bg>
      <p:bgPr>
        <a:solidFill>
          <a:srgbClr val="233039"/>
        </a:solidFill>
        <a:effectLst/>
      </p:bgPr>
    </p:bg>
    <p:spTree>
      <p:nvGrpSpPr>
        <p:cNvPr id="1" name=""/>
        <p:cNvGrpSpPr/>
        <p:nvPr/>
      </p:nvGrpSpPr>
      <p:grpSpPr>
        <a:xfrm>
          <a:off x="0" y="0"/>
          <a:ext cx="0" cy="0"/>
          <a:chOff x="0" y="0"/>
          <a:chExt cx="0" cy="0"/>
        </a:xfrm>
      </p:grpSpPr>
      <p:sp>
        <p:nvSpPr>
          <p:cNvPr id="23" name="Title Text"/>
          <p:cNvSpPr txBox="1">
            <a:spLocks noGrp="1"/>
          </p:cNvSpPr>
          <p:nvPr>
            <p:ph type="title"/>
          </p:nvPr>
        </p:nvSpPr>
        <p:spPr>
          <a:xfrm>
            <a:off x="609600" y="0"/>
            <a:ext cx="8858401" cy="829801"/>
          </a:xfrm>
          <a:prstGeom prst="rect">
            <a:avLst/>
          </a:prstGeom>
        </p:spPr>
        <p:txBody>
          <a:bodyPr/>
          <a:lstStyle>
            <a:lvl1pPr algn="l">
              <a:defRPr>
                <a:latin typeface="Cantarell"/>
                <a:ea typeface="Cantarell"/>
                <a:cs typeface="Cantarell"/>
                <a:sym typeface="Cantarell"/>
              </a:defRPr>
            </a:lvl1pPr>
          </a:lstStyle>
          <a:p>
            <a:r>
              <a:t>Title Text</a:t>
            </a:r>
          </a:p>
        </p:txBody>
      </p:sp>
      <p:sp>
        <p:nvSpPr>
          <p:cNvPr id="24" name="Body Level One…"/>
          <p:cNvSpPr txBox="1">
            <a:spLocks noGrp="1"/>
          </p:cNvSpPr>
          <p:nvPr>
            <p:ph type="body" idx="1"/>
          </p:nvPr>
        </p:nvSpPr>
        <p:spPr>
          <a:xfrm>
            <a:off x="533400" y="987425"/>
            <a:ext cx="11053200" cy="5364901"/>
          </a:xfrm>
          <a:prstGeom prst="rect">
            <a:avLst/>
          </a:prstGeom>
          <a:solidFill>
            <a:srgbClr val="233039"/>
          </a:solidFill>
        </p:spPr>
        <p:txBody>
          <a:bodyPr/>
          <a:lstStyle>
            <a:lvl1pPr>
              <a:defRPr>
                <a:latin typeface="Cantarell"/>
                <a:ea typeface="Cantarell"/>
                <a:cs typeface="Cantarell"/>
                <a:sym typeface="Cantarell"/>
              </a:defRPr>
            </a:lvl1pPr>
            <a:lvl2pPr>
              <a:defRPr>
                <a:latin typeface="Cantarell"/>
                <a:ea typeface="Cantarell"/>
                <a:cs typeface="Cantarell"/>
                <a:sym typeface="Cantarell"/>
              </a:defRPr>
            </a:lvl2pPr>
            <a:lvl3pPr>
              <a:defRPr>
                <a:latin typeface="Cantarell"/>
                <a:ea typeface="Cantarell"/>
                <a:cs typeface="Cantarell"/>
                <a:sym typeface="Cantarell"/>
              </a:defRPr>
            </a:lvl3pPr>
            <a:lvl4pPr>
              <a:defRPr>
                <a:latin typeface="Cantarell"/>
                <a:ea typeface="Cantarell"/>
                <a:cs typeface="Cantarell"/>
                <a:sym typeface="Cantarell"/>
              </a:defRPr>
            </a:lvl4pPr>
            <a:lvl5pPr>
              <a:defRPr>
                <a:latin typeface="Cantarell"/>
                <a:ea typeface="Cantarell"/>
                <a:cs typeface="Cantarell"/>
                <a:sym typeface="Cantarell"/>
              </a:defRPr>
            </a:lvl5pPr>
          </a:lstStyle>
          <a:p>
            <a:r>
              <a:t>Body Level One</a:t>
            </a:r>
          </a:p>
          <a:p>
            <a:pPr lvl="1"/>
            <a:r>
              <a:t>Body Level Two</a:t>
            </a:r>
          </a:p>
          <a:p>
            <a:pPr lvl="2"/>
            <a:r>
              <a:t>Body Level Three</a:t>
            </a:r>
          </a:p>
          <a:p>
            <a:pPr lvl="3"/>
            <a:r>
              <a:t>Body Level Four</a:t>
            </a:r>
          </a:p>
          <a:p>
            <a:pPr lvl="4"/>
            <a:r>
              <a:t>Body Level Five</a:t>
            </a:r>
          </a:p>
        </p:txBody>
      </p:sp>
      <p:pic>
        <p:nvPicPr>
          <p:cNvPr id="25" name="Google Shape;26;p25" descr="Google Shape;26;p25"/>
          <p:cNvPicPr>
            <a:picLocks noChangeAspect="1"/>
          </p:cNvPicPr>
          <p:nvPr/>
        </p:nvPicPr>
        <p:blipFill>
          <a:blip r:embed="rId2"/>
          <a:stretch>
            <a:fillRect/>
          </a:stretch>
        </p:blipFill>
        <p:spPr>
          <a:xfrm>
            <a:off x="9813907" y="0"/>
            <a:ext cx="2378095" cy="1116001"/>
          </a:xfrm>
          <a:prstGeom prst="rect">
            <a:avLst/>
          </a:prstGeom>
          <a:ln w="12700">
            <a:miter lim="400000"/>
          </a:ln>
        </p:spPr>
      </p:pic>
      <p:sp>
        <p:nvSpPr>
          <p:cNvPr id="26" name="Slide Number"/>
          <p:cNvSpPr txBox="1">
            <a:spLocks noGrp="1"/>
          </p:cNvSpPr>
          <p:nvPr>
            <p:ph type="sldNum" sz="quarter" idx="2"/>
          </p:nvPr>
        </p:nvSpPr>
        <p:spPr>
          <a:xfrm>
            <a:off x="11095216" y="6472174"/>
            <a:ext cx="258585" cy="248266"/>
          </a:xfrm>
          <a:prstGeom prst="rect">
            <a:avLst/>
          </a:prstGeom>
        </p:spPr>
        <p:txBody>
          <a:bodyPr/>
          <a:lstStyle/>
          <a:p>
            <a:fld id="{86CB4B4D-7CA3-9044-876B-883B54F8677D}" type="slidenum">
              <a:t>‹#›</a:t>
            </a:fld>
            <a:endParaRPr/>
          </a:p>
        </p:txBody>
      </p:sp>
      <p:sp>
        <p:nvSpPr>
          <p:cNvPr id="27" name="Google Shape;30;p25"/>
          <p:cNvSpPr/>
          <p:nvPr/>
        </p:nvSpPr>
        <p:spPr>
          <a:xfrm>
            <a:off x="-1" y="6352197"/>
            <a:ext cx="12192004" cy="130972"/>
          </a:xfrm>
          <a:prstGeom prst="rect">
            <a:avLst/>
          </a:prstGeom>
          <a:solidFill>
            <a:srgbClr val="D0A863"/>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type="tx">
  <p:cSld name="TITLE_ONLY">
    <p:bg>
      <p:bgPr>
        <a:solidFill>
          <a:srgbClr val="233039"/>
        </a:solidFill>
        <a:effectLst/>
      </p:bgPr>
    </p:bg>
    <p:spTree>
      <p:nvGrpSpPr>
        <p:cNvPr id="1" name=""/>
        <p:cNvGrpSpPr/>
        <p:nvPr/>
      </p:nvGrpSpPr>
      <p:grpSpPr>
        <a:xfrm>
          <a:off x="0" y="0"/>
          <a:ext cx="0" cy="0"/>
          <a:chOff x="0" y="0"/>
          <a:chExt cx="0" cy="0"/>
        </a:xfrm>
      </p:grpSpPr>
      <p:sp>
        <p:nvSpPr>
          <p:cNvPr id="34" name="Title Text"/>
          <p:cNvSpPr txBox="1">
            <a:spLocks noGrp="1"/>
          </p:cNvSpPr>
          <p:nvPr>
            <p:ph type="title"/>
          </p:nvPr>
        </p:nvSpPr>
        <p:spPr>
          <a:xfrm>
            <a:off x="838200" y="365125"/>
            <a:ext cx="8858250" cy="1325563"/>
          </a:xfrm>
          <a:prstGeom prst="rect">
            <a:avLst/>
          </a:prstGeom>
        </p:spPr>
        <p:txBody>
          <a:bodyPr/>
          <a:lstStyle>
            <a:lvl1pPr algn="l">
              <a:defRPr>
                <a:latin typeface="Cantarell"/>
                <a:ea typeface="Cantarell"/>
                <a:cs typeface="Cantarell"/>
                <a:sym typeface="Cantarell"/>
              </a:defRPr>
            </a:lvl1pPr>
          </a:lstStyle>
          <a:p>
            <a:r>
              <a:t>Title Text</a:t>
            </a:r>
          </a:p>
        </p:txBody>
      </p:sp>
      <p:sp>
        <p:nvSpPr>
          <p:cNvPr id="35" name="Slide Number"/>
          <p:cNvSpPr txBox="1">
            <a:spLocks noGrp="1"/>
          </p:cNvSpPr>
          <p:nvPr>
            <p:ph type="sldNum" sz="quarter" idx="2"/>
          </p:nvPr>
        </p:nvSpPr>
        <p:spPr>
          <a:xfrm>
            <a:off x="11095216" y="6472174"/>
            <a:ext cx="258585" cy="248266"/>
          </a:xfrm>
          <a:prstGeom prst="rect">
            <a:avLst/>
          </a:prstGeom>
        </p:spPr>
        <p:txBody>
          <a:bodyPr/>
          <a:lstStyle/>
          <a:p>
            <a:fld id="{86CB4B4D-7CA3-9044-876B-883B54F8677D}" type="slidenum">
              <a:t>‹#›</a:t>
            </a:fld>
            <a:endParaRPr/>
          </a:p>
        </p:txBody>
      </p:sp>
      <p:sp>
        <p:nvSpPr>
          <p:cNvPr id="36" name="Google Shape;36;p29"/>
          <p:cNvSpPr/>
          <p:nvPr/>
        </p:nvSpPr>
        <p:spPr>
          <a:xfrm>
            <a:off x="-1" y="6352197"/>
            <a:ext cx="12192004" cy="130972"/>
          </a:xfrm>
          <a:prstGeom prst="rect">
            <a:avLst/>
          </a:prstGeom>
          <a:solidFill>
            <a:srgbClr val="D0A863"/>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pic>
        <p:nvPicPr>
          <p:cNvPr id="37" name="Google Shape;37;p29" descr="Google Shape;37;p29"/>
          <p:cNvPicPr>
            <a:picLocks noChangeAspect="1"/>
          </p:cNvPicPr>
          <p:nvPr/>
        </p:nvPicPr>
        <p:blipFill>
          <a:blip r:embed="rId2"/>
          <a:stretch>
            <a:fillRect/>
          </a:stretch>
        </p:blipFill>
        <p:spPr>
          <a:xfrm>
            <a:off x="9813907" y="0"/>
            <a:ext cx="2378095" cy="1116001"/>
          </a:xfrm>
          <a:prstGeom prst="rect">
            <a:avLst/>
          </a:prstGeom>
          <a:ln w="12700">
            <a:miter lim="400000"/>
          </a:ln>
        </p:spPr>
      </p:pic>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type="tx">
  <p:cSld name="SECTION_HEADER">
    <p:bg>
      <p:bgPr>
        <a:solidFill>
          <a:srgbClr val="233039"/>
        </a:solidFill>
        <a:effectLst/>
      </p:bgPr>
    </p:bg>
    <p:spTree>
      <p:nvGrpSpPr>
        <p:cNvPr id="1" name=""/>
        <p:cNvGrpSpPr/>
        <p:nvPr/>
      </p:nvGrpSpPr>
      <p:grpSpPr>
        <a:xfrm>
          <a:off x="0" y="0"/>
          <a:ext cx="0" cy="0"/>
          <a:chOff x="0" y="0"/>
          <a:chExt cx="0" cy="0"/>
        </a:xfrm>
      </p:grpSpPr>
      <p:sp>
        <p:nvSpPr>
          <p:cNvPr id="44" name="Title Text"/>
          <p:cNvSpPr txBox="1">
            <a:spLocks noGrp="1"/>
          </p:cNvSpPr>
          <p:nvPr>
            <p:ph type="title"/>
          </p:nvPr>
        </p:nvSpPr>
        <p:spPr>
          <a:xfrm>
            <a:off x="831850" y="1709738"/>
            <a:ext cx="10515600" cy="2852737"/>
          </a:xfrm>
          <a:prstGeom prst="rect">
            <a:avLst/>
          </a:prstGeom>
        </p:spPr>
        <p:txBody>
          <a:bodyPr anchor="b"/>
          <a:lstStyle>
            <a:lvl1pPr algn="l">
              <a:defRPr sz="6000">
                <a:latin typeface="Cantarell"/>
                <a:ea typeface="Cantarell"/>
                <a:cs typeface="Cantarell"/>
                <a:sym typeface="Cantarell"/>
              </a:defRPr>
            </a:lvl1pPr>
          </a:lstStyle>
          <a:p>
            <a:r>
              <a:t>Title Text</a:t>
            </a:r>
          </a:p>
        </p:txBody>
      </p:sp>
      <p:sp>
        <p:nvSpPr>
          <p:cNvPr id="45" name="Body Level One…"/>
          <p:cNvSpPr txBox="1">
            <a:spLocks noGrp="1"/>
          </p:cNvSpPr>
          <p:nvPr>
            <p:ph type="body" sz="quarter" idx="1"/>
          </p:nvPr>
        </p:nvSpPr>
        <p:spPr>
          <a:xfrm>
            <a:off x="831850" y="4589462"/>
            <a:ext cx="10515600" cy="1500188"/>
          </a:xfrm>
          <a:prstGeom prst="rect">
            <a:avLst/>
          </a:prstGeom>
        </p:spPr>
        <p:txBody>
          <a:bodyPr/>
          <a:lstStyle>
            <a:lvl1pPr marL="228600" indent="0">
              <a:buClrTx/>
              <a:buSzTx/>
              <a:buFontTx/>
              <a:buNone/>
              <a:defRPr sz="2400">
                <a:latin typeface="Cantarell"/>
                <a:ea typeface="Cantarell"/>
                <a:cs typeface="Cantarell"/>
                <a:sym typeface="Cantarell"/>
              </a:defRPr>
            </a:lvl1pPr>
            <a:lvl2pPr marL="228600" indent="457200">
              <a:buClrTx/>
              <a:buSzTx/>
              <a:buFontTx/>
              <a:buNone/>
              <a:defRPr sz="2400">
                <a:latin typeface="Cantarell"/>
                <a:ea typeface="Cantarell"/>
                <a:cs typeface="Cantarell"/>
                <a:sym typeface="Cantarell"/>
              </a:defRPr>
            </a:lvl2pPr>
            <a:lvl3pPr marL="228600" indent="914400">
              <a:buClrTx/>
              <a:buSzTx/>
              <a:buFontTx/>
              <a:buNone/>
              <a:defRPr sz="2400">
                <a:latin typeface="Cantarell"/>
                <a:ea typeface="Cantarell"/>
                <a:cs typeface="Cantarell"/>
                <a:sym typeface="Cantarell"/>
              </a:defRPr>
            </a:lvl3pPr>
            <a:lvl4pPr marL="228600" indent="1371600">
              <a:buClrTx/>
              <a:buSzTx/>
              <a:buFontTx/>
              <a:buNone/>
              <a:defRPr sz="2400">
                <a:latin typeface="Cantarell"/>
                <a:ea typeface="Cantarell"/>
                <a:cs typeface="Cantarell"/>
                <a:sym typeface="Cantarell"/>
              </a:defRPr>
            </a:lvl4pPr>
            <a:lvl5pPr marL="228600" indent="1828800">
              <a:buClrTx/>
              <a:buSzTx/>
              <a:buFontTx/>
              <a:buNone/>
              <a:defRPr sz="2400">
                <a:latin typeface="Cantarell"/>
                <a:ea typeface="Cantarell"/>
                <a:cs typeface="Cantarell"/>
                <a:sym typeface="Cantarell"/>
              </a:defRPr>
            </a:lvl5pPr>
          </a:lstStyle>
          <a:p>
            <a:r>
              <a:t>Body Level One</a:t>
            </a:r>
          </a:p>
          <a:p>
            <a:pPr lvl="1"/>
            <a:r>
              <a:t>Body Level Two</a:t>
            </a:r>
          </a:p>
          <a:p>
            <a:pPr lvl="2"/>
            <a:r>
              <a:t>Body Level Three</a:t>
            </a:r>
          </a:p>
          <a:p>
            <a:pPr lvl="3"/>
            <a:r>
              <a:t>Body Level Four</a:t>
            </a:r>
          </a:p>
          <a:p>
            <a:pPr lvl="4"/>
            <a:r>
              <a:t>Body Level Five</a:t>
            </a:r>
          </a:p>
        </p:txBody>
      </p:sp>
      <p:pic>
        <p:nvPicPr>
          <p:cNvPr id="46" name="Google Shape;41;p27" descr="Google Shape;41;p27"/>
          <p:cNvPicPr>
            <a:picLocks noChangeAspect="1"/>
          </p:cNvPicPr>
          <p:nvPr/>
        </p:nvPicPr>
        <p:blipFill>
          <a:blip r:embed="rId2"/>
          <a:stretch>
            <a:fillRect/>
          </a:stretch>
        </p:blipFill>
        <p:spPr>
          <a:xfrm>
            <a:off x="9813907" y="0"/>
            <a:ext cx="2378095" cy="1116001"/>
          </a:xfrm>
          <a:prstGeom prst="rect">
            <a:avLst/>
          </a:prstGeom>
          <a:ln w="12700">
            <a:miter lim="400000"/>
          </a:ln>
        </p:spPr>
      </p:pic>
      <p:sp>
        <p:nvSpPr>
          <p:cNvPr id="47" name="Slide Number"/>
          <p:cNvSpPr txBox="1">
            <a:spLocks noGrp="1"/>
          </p:cNvSpPr>
          <p:nvPr>
            <p:ph type="sldNum" sz="quarter" idx="2"/>
          </p:nvPr>
        </p:nvSpPr>
        <p:spPr>
          <a:xfrm>
            <a:off x="11095216" y="6472174"/>
            <a:ext cx="258585" cy="248266"/>
          </a:xfrm>
          <a:prstGeom prst="rect">
            <a:avLst/>
          </a:prstGeom>
        </p:spPr>
        <p:txBody>
          <a:bodyPr/>
          <a:lstStyle/>
          <a:p>
            <a:fld id="{86CB4B4D-7CA3-9044-876B-883B54F8677D}" type="slidenum">
              <a:t>‹#›</a:t>
            </a:fld>
            <a:endParaRPr/>
          </a:p>
        </p:txBody>
      </p:sp>
      <p:sp>
        <p:nvSpPr>
          <p:cNvPr id="48" name="Google Shape;45;p27"/>
          <p:cNvSpPr/>
          <p:nvPr/>
        </p:nvSpPr>
        <p:spPr>
          <a:xfrm>
            <a:off x="-1" y="6352197"/>
            <a:ext cx="12192004" cy="130972"/>
          </a:xfrm>
          <a:prstGeom prst="rect">
            <a:avLst/>
          </a:prstGeom>
          <a:solidFill>
            <a:srgbClr val="D0A863"/>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Custom Layout">
    <p:spTree>
      <p:nvGrpSpPr>
        <p:cNvPr id="1" name=""/>
        <p:cNvGrpSpPr/>
        <p:nvPr/>
      </p:nvGrpSpPr>
      <p:grpSpPr>
        <a:xfrm>
          <a:off x="0" y="0"/>
          <a:ext cx="0" cy="0"/>
          <a:chOff x="0" y="0"/>
          <a:chExt cx="0" cy="0"/>
        </a:xfrm>
      </p:grpSpPr>
      <p:sp>
        <p:nvSpPr>
          <p:cNvPr id="55" name="Title Text"/>
          <p:cNvSpPr txBox="1">
            <a:spLocks noGrp="1"/>
          </p:cNvSpPr>
          <p:nvPr>
            <p:ph type="title"/>
          </p:nvPr>
        </p:nvSpPr>
        <p:spPr>
          <a:prstGeom prst="rect">
            <a:avLst/>
          </a:prstGeom>
        </p:spPr>
        <p:txBody>
          <a:bodyPr/>
          <a:lstStyle/>
          <a:p>
            <a:r>
              <a:t>Title Text</a:t>
            </a:r>
          </a:p>
        </p:txBody>
      </p:sp>
      <p:sp>
        <p:nvSpPr>
          <p:cNvPr id="56"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type="tx">
  <p:cSld name="TWO_OBJECTS_WITH_TEXT">
    <p:bg>
      <p:bgPr>
        <a:solidFill>
          <a:srgbClr val="233039"/>
        </a:solidFill>
        <a:effectLst/>
      </p:bgPr>
    </p:bg>
    <p:spTree>
      <p:nvGrpSpPr>
        <p:cNvPr id="1" name=""/>
        <p:cNvGrpSpPr/>
        <p:nvPr/>
      </p:nvGrpSpPr>
      <p:grpSpPr>
        <a:xfrm>
          <a:off x="0" y="0"/>
          <a:ext cx="0" cy="0"/>
          <a:chOff x="0" y="0"/>
          <a:chExt cx="0" cy="0"/>
        </a:xfrm>
      </p:grpSpPr>
      <p:sp>
        <p:nvSpPr>
          <p:cNvPr id="63" name="Title Text"/>
          <p:cNvSpPr txBox="1">
            <a:spLocks noGrp="1"/>
          </p:cNvSpPr>
          <p:nvPr>
            <p:ph type="title"/>
          </p:nvPr>
        </p:nvSpPr>
        <p:spPr>
          <a:xfrm>
            <a:off x="839787" y="365125"/>
            <a:ext cx="8856663" cy="1325563"/>
          </a:xfrm>
          <a:prstGeom prst="rect">
            <a:avLst/>
          </a:prstGeom>
        </p:spPr>
        <p:txBody>
          <a:bodyPr/>
          <a:lstStyle>
            <a:lvl1pPr algn="l">
              <a:defRPr>
                <a:latin typeface="Cantarell"/>
                <a:ea typeface="Cantarell"/>
                <a:cs typeface="Cantarell"/>
                <a:sym typeface="Cantarell"/>
              </a:defRPr>
            </a:lvl1pPr>
          </a:lstStyle>
          <a:p>
            <a:r>
              <a:t>Title Text</a:t>
            </a:r>
          </a:p>
        </p:txBody>
      </p:sp>
      <p:sp>
        <p:nvSpPr>
          <p:cNvPr id="64" name="Body Level One…"/>
          <p:cNvSpPr txBox="1">
            <a:spLocks noGrp="1"/>
          </p:cNvSpPr>
          <p:nvPr>
            <p:ph type="body" sz="quarter" idx="1"/>
          </p:nvPr>
        </p:nvSpPr>
        <p:spPr>
          <a:xfrm>
            <a:off x="839787" y="1681163"/>
            <a:ext cx="5157789" cy="823913"/>
          </a:xfrm>
          <a:prstGeom prst="rect">
            <a:avLst/>
          </a:prstGeom>
        </p:spPr>
        <p:txBody>
          <a:bodyPr anchor="b"/>
          <a:lstStyle>
            <a:lvl1pPr marL="228600" indent="0">
              <a:buClrTx/>
              <a:buSzTx/>
              <a:buFontTx/>
              <a:buNone/>
              <a:defRPr sz="2400" b="1">
                <a:latin typeface="Cantarell"/>
                <a:ea typeface="Cantarell"/>
                <a:cs typeface="Cantarell"/>
                <a:sym typeface="Cantarell"/>
              </a:defRPr>
            </a:lvl1pPr>
            <a:lvl2pPr marL="228600" indent="457200">
              <a:buClrTx/>
              <a:buSzTx/>
              <a:buFontTx/>
              <a:buNone/>
              <a:defRPr sz="2400" b="1">
                <a:latin typeface="Cantarell"/>
                <a:ea typeface="Cantarell"/>
                <a:cs typeface="Cantarell"/>
                <a:sym typeface="Cantarell"/>
              </a:defRPr>
            </a:lvl2pPr>
            <a:lvl3pPr marL="228600" indent="914400">
              <a:buClrTx/>
              <a:buSzTx/>
              <a:buFontTx/>
              <a:buNone/>
              <a:defRPr sz="2400" b="1">
                <a:latin typeface="Cantarell"/>
                <a:ea typeface="Cantarell"/>
                <a:cs typeface="Cantarell"/>
                <a:sym typeface="Cantarell"/>
              </a:defRPr>
            </a:lvl3pPr>
            <a:lvl4pPr marL="228600" indent="1371600">
              <a:buClrTx/>
              <a:buSzTx/>
              <a:buFontTx/>
              <a:buNone/>
              <a:defRPr sz="2400" b="1">
                <a:latin typeface="Cantarell"/>
                <a:ea typeface="Cantarell"/>
                <a:cs typeface="Cantarell"/>
                <a:sym typeface="Cantarell"/>
              </a:defRPr>
            </a:lvl4pPr>
            <a:lvl5pPr marL="228600" indent="1828800">
              <a:buClrTx/>
              <a:buSzTx/>
              <a:buFontTx/>
              <a:buNone/>
              <a:defRPr sz="2400" b="1">
                <a:latin typeface="Cantarell"/>
                <a:ea typeface="Cantarell"/>
                <a:cs typeface="Cantarell"/>
                <a:sym typeface="Cantarell"/>
              </a:defRPr>
            </a:lvl5pPr>
          </a:lstStyle>
          <a:p>
            <a:r>
              <a:t>Body Level One</a:t>
            </a:r>
          </a:p>
          <a:p>
            <a:pPr lvl="1"/>
            <a:r>
              <a:t>Body Level Two</a:t>
            </a:r>
          </a:p>
          <a:p>
            <a:pPr lvl="2"/>
            <a:r>
              <a:t>Body Level Three</a:t>
            </a:r>
          </a:p>
          <a:p>
            <a:pPr lvl="3"/>
            <a:r>
              <a:t>Body Level Four</a:t>
            </a:r>
          </a:p>
          <a:p>
            <a:pPr lvl="4"/>
            <a:r>
              <a:t>Body Level Five</a:t>
            </a:r>
          </a:p>
        </p:txBody>
      </p:sp>
      <p:sp>
        <p:nvSpPr>
          <p:cNvPr id="65" name="Google Shape;55;p28"/>
          <p:cNvSpPr txBox="1">
            <a:spLocks noGrp="1"/>
          </p:cNvSpPr>
          <p:nvPr>
            <p:ph type="body" sz="half" idx="21"/>
          </p:nvPr>
        </p:nvSpPr>
        <p:spPr>
          <a:xfrm>
            <a:off x="839787" y="2505075"/>
            <a:ext cx="5157788" cy="3684588"/>
          </a:xfrm>
          <a:prstGeom prst="rect">
            <a:avLst/>
          </a:prstGeom>
        </p:spPr>
        <p:txBody>
          <a:bodyPr/>
          <a:lstStyle/>
          <a:p>
            <a:pPr>
              <a:defRPr>
                <a:latin typeface="Cantarell"/>
                <a:ea typeface="Cantarell"/>
                <a:cs typeface="Cantarell"/>
                <a:sym typeface="Cantarell"/>
              </a:defRPr>
            </a:pPr>
            <a:endParaRPr/>
          </a:p>
        </p:txBody>
      </p:sp>
      <p:sp>
        <p:nvSpPr>
          <p:cNvPr id="66" name="Google Shape;56;p28"/>
          <p:cNvSpPr txBox="1">
            <a:spLocks noGrp="1"/>
          </p:cNvSpPr>
          <p:nvPr>
            <p:ph type="body" sz="quarter" idx="22"/>
          </p:nvPr>
        </p:nvSpPr>
        <p:spPr>
          <a:xfrm>
            <a:off x="6172200" y="1681163"/>
            <a:ext cx="5183188" cy="823913"/>
          </a:xfrm>
          <a:prstGeom prst="rect">
            <a:avLst/>
          </a:prstGeom>
        </p:spPr>
        <p:txBody>
          <a:bodyPr anchor="b"/>
          <a:lstStyle/>
          <a:p>
            <a:pPr marL="228600" indent="0">
              <a:buClrTx/>
              <a:buSzTx/>
              <a:buFontTx/>
              <a:buNone/>
              <a:defRPr sz="2400" b="1">
                <a:latin typeface="Cantarell"/>
                <a:ea typeface="Cantarell"/>
                <a:cs typeface="Cantarell"/>
                <a:sym typeface="Cantarell"/>
              </a:defRPr>
            </a:pPr>
            <a:endParaRPr/>
          </a:p>
        </p:txBody>
      </p:sp>
      <p:sp>
        <p:nvSpPr>
          <p:cNvPr id="67" name="Google Shape;57;p28"/>
          <p:cNvSpPr txBox="1">
            <a:spLocks noGrp="1"/>
          </p:cNvSpPr>
          <p:nvPr>
            <p:ph type="body" sz="half" idx="23"/>
          </p:nvPr>
        </p:nvSpPr>
        <p:spPr>
          <a:xfrm>
            <a:off x="6172200" y="2505075"/>
            <a:ext cx="5183188" cy="3684588"/>
          </a:xfrm>
          <a:prstGeom prst="rect">
            <a:avLst/>
          </a:prstGeom>
        </p:spPr>
        <p:txBody>
          <a:bodyPr/>
          <a:lstStyle/>
          <a:p>
            <a:endParaRPr/>
          </a:p>
        </p:txBody>
      </p:sp>
      <p:sp>
        <p:nvSpPr>
          <p:cNvPr id="68" name="Slide Number"/>
          <p:cNvSpPr txBox="1">
            <a:spLocks noGrp="1"/>
          </p:cNvSpPr>
          <p:nvPr>
            <p:ph type="sldNum" sz="quarter" idx="2"/>
          </p:nvPr>
        </p:nvSpPr>
        <p:spPr>
          <a:xfrm>
            <a:off x="11095216" y="6472174"/>
            <a:ext cx="258585" cy="248266"/>
          </a:xfrm>
          <a:prstGeom prst="rect">
            <a:avLst/>
          </a:prstGeom>
        </p:spPr>
        <p:txBody>
          <a:bodyPr/>
          <a:lstStyle/>
          <a:p>
            <a:fld id="{86CB4B4D-7CA3-9044-876B-883B54F8677D}" type="slidenum">
              <a:t>‹#›</a:t>
            </a:fld>
            <a:endParaRPr/>
          </a:p>
        </p:txBody>
      </p:sp>
      <p:sp>
        <p:nvSpPr>
          <p:cNvPr id="69" name="Google Shape;61;p28"/>
          <p:cNvSpPr/>
          <p:nvPr/>
        </p:nvSpPr>
        <p:spPr>
          <a:xfrm>
            <a:off x="-1" y="6352197"/>
            <a:ext cx="12192004" cy="130972"/>
          </a:xfrm>
          <a:prstGeom prst="rect">
            <a:avLst/>
          </a:prstGeom>
          <a:solidFill>
            <a:srgbClr val="D0A863"/>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pic>
        <p:nvPicPr>
          <p:cNvPr id="70" name="Google Shape;62;p28" descr="Google Shape;62;p28"/>
          <p:cNvPicPr>
            <a:picLocks noChangeAspect="1"/>
          </p:cNvPicPr>
          <p:nvPr/>
        </p:nvPicPr>
        <p:blipFill>
          <a:blip r:embed="rId2"/>
          <a:stretch>
            <a:fillRect/>
          </a:stretch>
        </p:blipFill>
        <p:spPr>
          <a:xfrm>
            <a:off x="9813907" y="0"/>
            <a:ext cx="2378095" cy="1116001"/>
          </a:xfrm>
          <a:prstGeom prst="rect">
            <a:avLst/>
          </a:prstGeom>
          <a:ln w="12700">
            <a:miter lim="400000"/>
          </a:ln>
        </p:spPr>
      </p:pic>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type="tx">
  <p:cSld name="TWO_OBJECTS">
    <p:bg>
      <p:bgPr>
        <a:solidFill>
          <a:srgbClr val="233039"/>
        </a:solidFill>
        <a:effectLst/>
      </p:bgPr>
    </p:bg>
    <p:spTree>
      <p:nvGrpSpPr>
        <p:cNvPr id="1" name=""/>
        <p:cNvGrpSpPr/>
        <p:nvPr/>
      </p:nvGrpSpPr>
      <p:grpSpPr>
        <a:xfrm>
          <a:off x="0" y="0"/>
          <a:ext cx="0" cy="0"/>
          <a:chOff x="0" y="0"/>
          <a:chExt cx="0" cy="0"/>
        </a:xfrm>
      </p:grpSpPr>
      <p:sp>
        <p:nvSpPr>
          <p:cNvPr id="77" name="Title Text"/>
          <p:cNvSpPr txBox="1">
            <a:spLocks noGrp="1"/>
          </p:cNvSpPr>
          <p:nvPr>
            <p:ph type="title"/>
          </p:nvPr>
        </p:nvSpPr>
        <p:spPr>
          <a:xfrm>
            <a:off x="838199" y="365125"/>
            <a:ext cx="8848726" cy="1325563"/>
          </a:xfrm>
          <a:prstGeom prst="rect">
            <a:avLst/>
          </a:prstGeom>
        </p:spPr>
        <p:txBody>
          <a:bodyPr/>
          <a:lstStyle>
            <a:lvl1pPr algn="l">
              <a:defRPr>
                <a:latin typeface="Cantarell"/>
                <a:ea typeface="Cantarell"/>
                <a:cs typeface="Cantarell"/>
                <a:sym typeface="Cantarell"/>
              </a:defRPr>
            </a:lvl1pPr>
          </a:lstStyle>
          <a:p>
            <a:r>
              <a:t>Title Text</a:t>
            </a:r>
          </a:p>
        </p:txBody>
      </p:sp>
      <p:sp>
        <p:nvSpPr>
          <p:cNvPr id="78" name="Body Level One…"/>
          <p:cNvSpPr txBox="1">
            <a:spLocks noGrp="1"/>
          </p:cNvSpPr>
          <p:nvPr>
            <p:ph type="body" sz="half" idx="1"/>
          </p:nvPr>
        </p:nvSpPr>
        <p:spPr>
          <a:xfrm>
            <a:off x="838200" y="1825625"/>
            <a:ext cx="5181600" cy="4351338"/>
          </a:xfrm>
          <a:prstGeom prst="rect">
            <a:avLst/>
          </a:prstGeom>
        </p:spPr>
        <p:txBody>
          <a:bodyPr/>
          <a:lstStyle>
            <a:lvl1pPr>
              <a:defRPr>
                <a:latin typeface="Cantarell"/>
                <a:ea typeface="Cantarell"/>
                <a:cs typeface="Cantarell"/>
                <a:sym typeface="Cantarell"/>
              </a:defRPr>
            </a:lvl1pPr>
            <a:lvl2pPr>
              <a:defRPr>
                <a:latin typeface="Cantarell"/>
                <a:ea typeface="Cantarell"/>
                <a:cs typeface="Cantarell"/>
                <a:sym typeface="Cantarell"/>
              </a:defRPr>
            </a:lvl2pPr>
            <a:lvl3pPr>
              <a:defRPr>
                <a:latin typeface="Cantarell"/>
                <a:ea typeface="Cantarell"/>
                <a:cs typeface="Cantarell"/>
                <a:sym typeface="Cantarell"/>
              </a:defRPr>
            </a:lvl3pPr>
            <a:lvl4pPr>
              <a:defRPr>
                <a:latin typeface="Cantarell"/>
                <a:ea typeface="Cantarell"/>
                <a:cs typeface="Cantarell"/>
                <a:sym typeface="Cantarell"/>
              </a:defRPr>
            </a:lvl4pPr>
            <a:lvl5pPr>
              <a:defRPr>
                <a:latin typeface="Cantarell"/>
                <a:ea typeface="Cantarell"/>
                <a:cs typeface="Cantarell"/>
                <a:sym typeface="Cantarell"/>
              </a:defRPr>
            </a:lvl5pPr>
          </a:lstStyle>
          <a:p>
            <a:r>
              <a:t>Body Level One</a:t>
            </a:r>
          </a:p>
          <a:p>
            <a:pPr lvl="1"/>
            <a:r>
              <a:t>Body Level Two</a:t>
            </a:r>
          </a:p>
          <a:p>
            <a:pPr lvl="2"/>
            <a:r>
              <a:t>Body Level Three</a:t>
            </a:r>
          </a:p>
          <a:p>
            <a:pPr lvl="3"/>
            <a:r>
              <a:t>Body Level Four</a:t>
            </a:r>
          </a:p>
          <a:p>
            <a:pPr lvl="4"/>
            <a:r>
              <a:t>Body Level Five</a:t>
            </a:r>
          </a:p>
        </p:txBody>
      </p:sp>
      <p:sp>
        <p:nvSpPr>
          <p:cNvPr id="79" name="Google Shape;66;p26"/>
          <p:cNvSpPr txBox="1">
            <a:spLocks noGrp="1"/>
          </p:cNvSpPr>
          <p:nvPr>
            <p:ph type="body" sz="half" idx="21"/>
          </p:nvPr>
        </p:nvSpPr>
        <p:spPr>
          <a:xfrm>
            <a:off x="6172200" y="1825625"/>
            <a:ext cx="5181600" cy="4351338"/>
          </a:xfrm>
          <a:prstGeom prst="rect">
            <a:avLst/>
          </a:prstGeom>
        </p:spPr>
        <p:txBody>
          <a:bodyPr/>
          <a:lstStyle/>
          <a:p>
            <a:pPr>
              <a:defRPr>
                <a:latin typeface="Cantarell"/>
                <a:ea typeface="Cantarell"/>
                <a:cs typeface="Cantarell"/>
                <a:sym typeface="Cantarell"/>
              </a:defRPr>
            </a:pPr>
            <a:endParaRPr/>
          </a:p>
        </p:txBody>
      </p:sp>
      <p:sp>
        <p:nvSpPr>
          <p:cNvPr id="80" name="Slide Number"/>
          <p:cNvSpPr txBox="1">
            <a:spLocks noGrp="1"/>
          </p:cNvSpPr>
          <p:nvPr>
            <p:ph type="sldNum" sz="quarter" idx="2"/>
          </p:nvPr>
        </p:nvSpPr>
        <p:spPr>
          <a:xfrm>
            <a:off x="11095216" y="6472174"/>
            <a:ext cx="258585" cy="248266"/>
          </a:xfrm>
          <a:prstGeom prst="rect">
            <a:avLst/>
          </a:prstGeom>
        </p:spPr>
        <p:txBody>
          <a:bodyPr/>
          <a:lstStyle/>
          <a:p>
            <a:fld id="{86CB4B4D-7CA3-9044-876B-883B54F8677D}" type="slidenum">
              <a:t>‹#›</a:t>
            </a:fld>
            <a:endParaRPr/>
          </a:p>
        </p:txBody>
      </p:sp>
      <p:sp>
        <p:nvSpPr>
          <p:cNvPr id="81" name="Google Shape;70;p26"/>
          <p:cNvSpPr/>
          <p:nvPr/>
        </p:nvSpPr>
        <p:spPr>
          <a:xfrm>
            <a:off x="-1" y="6352197"/>
            <a:ext cx="12192004" cy="130972"/>
          </a:xfrm>
          <a:prstGeom prst="rect">
            <a:avLst/>
          </a:prstGeom>
          <a:solidFill>
            <a:srgbClr val="D0A863"/>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pic>
        <p:nvPicPr>
          <p:cNvPr id="82" name="Google Shape;71;p26" descr="Google Shape;71;p26"/>
          <p:cNvPicPr>
            <a:picLocks noChangeAspect="1"/>
          </p:cNvPicPr>
          <p:nvPr/>
        </p:nvPicPr>
        <p:blipFill>
          <a:blip r:embed="rId2"/>
          <a:stretch>
            <a:fillRect/>
          </a:stretch>
        </p:blipFill>
        <p:spPr>
          <a:xfrm>
            <a:off x="9813907" y="0"/>
            <a:ext cx="2378095" cy="1116001"/>
          </a:xfrm>
          <a:prstGeom prst="rect">
            <a:avLst/>
          </a:prstGeom>
          <a:ln w="12700">
            <a:miter lim="400000"/>
          </a:ln>
        </p:spPr>
      </p:pic>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showMasterSp="0" type="tx">
  <p:cSld name="BLANK">
    <p:bg>
      <p:bgPr>
        <a:solidFill>
          <a:srgbClr val="233039"/>
        </a:solidFill>
        <a:effectLst/>
      </p:bgPr>
    </p:bg>
    <p:spTree>
      <p:nvGrpSpPr>
        <p:cNvPr id="1" name=""/>
        <p:cNvGrpSpPr/>
        <p:nvPr/>
      </p:nvGrpSpPr>
      <p:grpSpPr>
        <a:xfrm>
          <a:off x="0" y="0"/>
          <a:ext cx="0" cy="0"/>
          <a:chOff x="0" y="0"/>
          <a:chExt cx="0" cy="0"/>
        </a:xfrm>
      </p:grpSpPr>
      <p:sp>
        <p:nvSpPr>
          <p:cNvPr id="89" name="Slide Number"/>
          <p:cNvSpPr txBox="1">
            <a:spLocks noGrp="1"/>
          </p:cNvSpPr>
          <p:nvPr>
            <p:ph type="sldNum" sz="quarter" idx="2"/>
          </p:nvPr>
        </p:nvSpPr>
        <p:spPr>
          <a:xfrm>
            <a:off x="11095216" y="6472174"/>
            <a:ext cx="258585" cy="248266"/>
          </a:xfrm>
          <a:prstGeom prst="rect">
            <a:avLst/>
          </a:prstGeom>
        </p:spPr>
        <p:txBody>
          <a:bodyPr/>
          <a:lstStyle/>
          <a:p>
            <a:fld id="{86CB4B4D-7CA3-9044-876B-883B54F8677D}" type="slidenum">
              <a:t>‹#›</a:t>
            </a:fld>
            <a:endParaRPr/>
          </a:p>
        </p:txBody>
      </p:sp>
      <p:sp>
        <p:nvSpPr>
          <p:cNvPr id="90" name="Google Shape;76;p30"/>
          <p:cNvSpPr/>
          <p:nvPr/>
        </p:nvSpPr>
        <p:spPr>
          <a:xfrm>
            <a:off x="-1" y="6352197"/>
            <a:ext cx="12192004" cy="130972"/>
          </a:xfrm>
          <a:prstGeom prst="rect">
            <a:avLst/>
          </a:prstGeom>
          <a:solidFill>
            <a:srgbClr val="D0A863"/>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pic>
        <p:nvPicPr>
          <p:cNvPr id="91" name="Google Shape;77;p30" descr="Google Shape;77;p30"/>
          <p:cNvPicPr>
            <a:picLocks noChangeAspect="1"/>
          </p:cNvPicPr>
          <p:nvPr/>
        </p:nvPicPr>
        <p:blipFill>
          <a:blip r:embed="rId2"/>
          <a:stretch>
            <a:fillRect/>
          </a:stretch>
        </p:blipFill>
        <p:spPr>
          <a:xfrm>
            <a:off x="9813907" y="0"/>
            <a:ext cx="2378095" cy="1116001"/>
          </a:xfrm>
          <a:prstGeom prst="rect">
            <a:avLst/>
          </a:prstGeom>
          <a:ln w="12700">
            <a:miter lim="400000"/>
          </a:ln>
        </p:spPr>
      </p:pic>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showMasterSp="0" type="tx">
  <p:cSld name="OBJECT_WITH_CAPTION_TEXT">
    <p:bg>
      <p:bgPr>
        <a:solidFill>
          <a:srgbClr val="233039"/>
        </a:solidFill>
        <a:effectLst/>
      </p:bgPr>
    </p:bg>
    <p:spTree>
      <p:nvGrpSpPr>
        <p:cNvPr id="1" name=""/>
        <p:cNvGrpSpPr/>
        <p:nvPr/>
      </p:nvGrpSpPr>
      <p:grpSpPr>
        <a:xfrm>
          <a:off x="0" y="0"/>
          <a:ext cx="0" cy="0"/>
          <a:chOff x="0" y="0"/>
          <a:chExt cx="0" cy="0"/>
        </a:xfrm>
      </p:grpSpPr>
      <p:sp>
        <p:nvSpPr>
          <p:cNvPr id="98" name="Title Text"/>
          <p:cNvSpPr txBox="1">
            <a:spLocks noGrp="1"/>
          </p:cNvSpPr>
          <p:nvPr>
            <p:ph type="title"/>
          </p:nvPr>
        </p:nvSpPr>
        <p:spPr>
          <a:xfrm>
            <a:off x="839787" y="457200"/>
            <a:ext cx="3932239" cy="1600200"/>
          </a:xfrm>
          <a:prstGeom prst="rect">
            <a:avLst/>
          </a:prstGeom>
        </p:spPr>
        <p:txBody>
          <a:bodyPr anchor="b"/>
          <a:lstStyle>
            <a:lvl1pPr algn="l">
              <a:defRPr sz="3200">
                <a:latin typeface="Cantarell"/>
                <a:ea typeface="Cantarell"/>
                <a:cs typeface="Cantarell"/>
                <a:sym typeface="Cantarell"/>
              </a:defRPr>
            </a:lvl1pPr>
          </a:lstStyle>
          <a:p>
            <a:r>
              <a:t>Title Text</a:t>
            </a:r>
          </a:p>
        </p:txBody>
      </p:sp>
      <p:sp>
        <p:nvSpPr>
          <p:cNvPr id="99" name="Body Level One…"/>
          <p:cNvSpPr txBox="1">
            <a:spLocks noGrp="1"/>
          </p:cNvSpPr>
          <p:nvPr>
            <p:ph type="body" sz="half" idx="1"/>
          </p:nvPr>
        </p:nvSpPr>
        <p:spPr>
          <a:xfrm>
            <a:off x="5183187" y="1116000"/>
            <a:ext cx="6172201" cy="4745050"/>
          </a:xfrm>
          <a:prstGeom prst="rect">
            <a:avLst/>
          </a:prstGeom>
        </p:spPr>
        <p:txBody>
          <a:bodyPr/>
          <a:lstStyle>
            <a:lvl1pPr indent="-431800">
              <a:buSzPts val="3200"/>
              <a:defRPr sz="3200">
                <a:latin typeface="Cantarell"/>
                <a:ea typeface="Cantarell"/>
                <a:cs typeface="Cantarell"/>
                <a:sym typeface="Cantarell"/>
              </a:defRPr>
            </a:lvl1pPr>
            <a:lvl2pPr marL="972457" indent="-464457">
              <a:buSzPts val="3200"/>
              <a:defRPr sz="3200">
                <a:latin typeface="Cantarell"/>
                <a:ea typeface="Cantarell"/>
                <a:cs typeface="Cantarell"/>
                <a:sym typeface="Cantarell"/>
              </a:defRPr>
            </a:lvl2pPr>
            <a:lvl3pPr marL="1498600" indent="-508000">
              <a:buSzPts val="3200"/>
              <a:defRPr sz="3200">
                <a:latin typeface="Cantarell"/>
                <a:ea typeface="Cantarell"/>
                <a:cs typeface="Cantarell"/>
                <a:sym typeface="Cantarell"/>
              </a:defRPr>
            </a:lvl3pPr>
            <a:lvl4pPr marL="2042160" indent="-568960">
              <a:buSzPts val="3200"/>
              <a:defRPr sz="3200">
                <a:latin typeface="Cantarell"/>
                <a:ea typeface="Cantarell"/>
                <a:cs typeface="Cantarell"/>
                <a:sym typeface="Cantarell"/>
              </a:defRPr>
            </a:lvl4pPr>
            <a:lvl5pPr marL="2499360" indent="-568960">
              <a:buSzPts val="3200"/>
              <a:defRPr sz="3200">
                <a:latin typeface="Cantarell"/>
                <a:ea typeface="Cantarell"/>
                <a:cs typeface="Cantarell"/>
                <a:sym typeface="Cantarell"/>
              </a:defRPr>
            </a:lvl5pPr>
          </a:lstStyle>
          <a:p>
            <a:r>
              <a:t>Body Level One</a:t>
            </a:r>
          </a:p>
          <a:p>
            <a:pPr lvl="1"/>
            <a:r>
              <a:t>Body Level Two</a:t>
            </a:r>
          </a:p>
          <a:p>
            <a:pPr lvl="2"/>
            <a:r>
              <a:t>Body Level Three</a:t>
            </a:r>
          </a:p>
          <a:p>
            <a:pPr lvl="3"/>
            <a:r>
              <a:t>Body Level Four</a:t>
            </a:r>
          </a:p>
          <a:p>
            <a:pPr lvl="4"/>
            <a:r>
              <a:t>Body Level Five</a:t>
            </a:r>
          </a:p>
        </p:txBody>
      </p:sp>
      <p:sp>
        <p:nvSpPr>
          <p:cNvPr id="100" name="Google Shape;81;p31"/>
          <p:cNvSpPr txBox="1">
            <a:spLocks noGrp="1"/>
          </p:cNvSpPr>
          <p:nvPr>
            <p:ph type="body" sz="quarter" idx="21"/>
          </p:nvPr>
        </p:nvSpPr>
        <p:spPr>
          <a:xfrm>
            <a:off x="839787" y="2057400"/>
            <a:ext cx="3932238" cy="3811588"/>
          </a:xfrm>
          <a:prstGeom prst="rect">
            <a:avLst/>
          </a:prstGeom>
        </p:spPr>
        <p:txBody>
          <a:bodyPr/>
          <a:lstStyle/>
          <a:p>
            <a:pPr marL="228600" indent="0">
              <a:buClrTx/>
              <a:buSzTx/>
              <a:buFontTx/>
              <a:buNone/>
              <a:defRPr sz="1600"/>
            </a:pPr>
            <a:endParaRPr/>
          </a:p>
        </p:txBody>
      </p:sp>
      <p:sp>
        <p:nvSpPr>
          <p:cNvPr id="101" name="Slide Number"/>
          <p:cNvSpPr txBox="1">
            <a:spLocks noGrp="1"/>
          </p:cNvSpPr>
          <p:nvPr>
            <p:ph type="sldNum" sz="quarter" idx="2"/>
          </p:nvPr>
        </p:nvSpPr>
        <p:spPr>
          <a:xfrm>
            <a:off x="11095216" y="6472174"/>
            <a:ext cx="258585" cy="248266"/>
          </a:xfrm>
          <a:prstGeom prst="rect">
            <a:avLst/>
          </a:prstGeom>
        </p:spPr>
        <p:txBody>
          <a:bodyPr/>
          <a:lstStyle/>
          <a:p>
            <a:fld id="{86CB4B4D-7CA3-9044-876B-883B54F8677D}" type="slidenum">
              <a:t>‹#›</a:t>
            </a:fld>
            <a:endParaRPr/>
          </a:p>
        </p:txBody>
      </p:sp>
      <p:sp>
        <p:nvSpPr>
          <p:cNvPr id="102" name="Google Shape;85;p31"/>
          <p:cNvSpPr/>
          <p:nvPr/>
        </p:nvSpPr>
        <p:spPr>
          <a:xfrm>
            <a:off x="-1" y="6352197"/>
            <a:ext cx="12192004" cy="130972"/>
          </a:xfrm>
          <a:prstGeom prst="rect">
            <a:avLst/>
          </a:prstGeom>
          <a:solidFill>
            <a:srgbClr val="D0A863"/>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pic>
        <p:nvPicPr>
          <p:cNvPr id="103" name="Google Shape;86;p31" descr="Google Shape;86;p31"/>
          <p:cNvPicPr>
            <a:picLocks noChangeAspect="1"/>
          </p:cNvPicPr>
          <p:nvPr/>
        </p:nvPicPr>
        <p:blipFill>
          <a:blip r:embed="rId2"/>
          <a:stretch>
            <a:fillRect/>
          </a:stretch>
        </p:blipFill>
        <p:spPr>
          <a:xfrm>
            <a:off x="9813907" y="0"/>
            <a:ext cx="2378095" cy="1116001"/>
          </a:xfrm>
          <a:prstGeom prst="rect">
            <a:avLst/>
          </a:prstGeom>
          <a:ln w="12700">
            <a:miter lim="400000"/>
          </a:ln>
        </p:spPr>
      </p:pic>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tx">
  <p:cSld name="PICTURE_WITH_CAPTION_TEXT">
    <p:bg>
      <p:bgPr>
        <a:solidFill>
          <a:srgbClr val="233039"/>
        </a:solidFill>
        <a:effectLst/>
      </p:bgPr>
    </p:bg>
    <p:spTree>
      <p:nvGrpSpPr>
        <p:cNvPr id="1" name=""/>
        <p:cNvGrpSpPr/>
        <p:nvPr/>
      </p:nvGrpSpPr>
      <p:grpSpPr>
        <a:xfrm>
          <a:off x="0" y="0"/>
          <a:ext cx="0" cy="0"/>
          <a:chOff x="0" y="0"/>
          <a:chExt cx="0" cy="0"/>
        </a:xfrm>
      </p:grpSpPr>
      <p:sp>
        <p:nvSpPr>
          <p:cNvPr id="110" name="Title Text"/>
          <p:cNvSpPr txBox="1">
            <a:spLocks noGrp="1"/>
          </p:cNvSpPr>
          <p:nvPr>
            <p:ph type="title"/>
          </p:nvPr>
        </p:nvSpPr>
        <p:spPr>
          <a:xfrm>
            <a:off x="839787" y="457200"/>
            <a:ext cx="3932239" cy="1600200"/>
          </a:xfrm>
          <a:prstGeom prst="rect">
            <a:avLst/>
          </a:prstGeom>
        </p:spPr>
        <p:txBody>
          <a:bodyPr anchor="b"/>
          <a:lstStyle>
            <a:lvl1pPr algn="l">
              <a:defRPr sz="3200">
                <a:latin typeface="Cantarell"/>
                <a:ea typeface="Cantarell"/>
                <a:cs typeface="Cantarell"/>
                <a:sym typeface="Cantarell"/>
              </a:defRPr>
            </a:lvl1pPr>
          </a:lstStyle>
          <a:p>
            <a:r>
              <a:t>Title Text</a:t>
            </a:r>
          </a:p>
        </p:txBody>
      </p:sp>
      <p:sp>
        <p:nvSpPr>
          <p:cNvPr id="111" name="Google Shape;89;p32"/>
          <p:cNvSpPr>
            <a:spLocks noGrp="1"/>
          </p:cNvSpPr>
          <p:nvPr>
            <p:ph type="pic" sz="half" idx="21"/>
          </p:nvPr>
        </p:nvSpPr>
        <p:spPr>
          <a:xfrm>
            <a:off x="5183187" y="1116000"/>
            <a:ext cx="6172201" cy="4745050"/>
          </a:xfrm>
          <a:prstGeom prst="rect">
            <a:avLst/>
          </a:prstGeom>
        </p:spPr>
        <p:txBody>
          <a:bodyPr lIns="91439" tIns="45719" rIns="91439" bIns="45719">
            <a:noAutofit/>
          </a:bodyPr>
          <a:lstStyle/>
          <a:p>
            <a:endParaRPr/>
          </a:p>
        </p:txBody>
      </p:sp>
      <p:sp>
        <p:nvSpPr>
          <p:cNvPr id="112" name="Body Level One…"/>
          <p:cNvSpPr txBox="1">
            <a:spLocks noGrp="1"/>
          </p:cNvSpPr>
          <p:nvPr>
            <p:ph type="body" sz="quarter" idx="1"/>
          </p:nvPr>
        </p:nvSpPr>
        <p:spPr>
          <a:xfrm>
            <a:off x="839787" y="2057400"/>
            <a:ext cx="3932239" cy="3811588"/>
          </a:xfrm>
          <a:prstGeom prst="rect">
            <a:avLst/>
          </a:prstGeom>
        </p:spPr>
        <p:txBody>
          <a:bodyPr/>
          <a:lstStyle>
            <a:lvl1pPr marL="228600" indent="0">
              <a:buClrTx/>
              <a:buSzTx/>
              <a:buFontTx/>
              <a:buNone/>
              <a:defRPr sz="1600">
                <a:latin typeface="Cantarell"/>
                <a:ea typeface="Cantarell"/>
                <a:cs typeface="Cantarell"/>
                <a:sym typeface="Cantarell"/>
              </a:defRPr>
            </a:lvl1pPr>
            <a:lvl2pPr marL="228600" indent="457200">
              <a:buClrTx/>
              <a:buSzTx/>
              <a:buFontTx/>
              <a:buNone/>
              <a:defRPr sz="1600">
                <a:latin typeface="Cantarell"/>
                <a:ea typeface="Cantarell"/>
                <a:cs typeface="Cantarell"/>
                <a:sym typeface="Cantarell"/>
              </a:defRPr>
            </a:lvl2pPr>
            <a:lvl3pPr marL="228600" indent="914400">
              <a:buClrTx/>
              <a:buSzTx/>
              <a:buFontTx/>
              <a:buNone/>
              <a:defRPr sz="1600">
                <a:latin typeface="Cantarell"/>
                <a:ea typeface="Cantarell"/>
                <a:cs typeface="Cantarell"/>
                <a:sym typeface="Cantarell"/>
              </a:defRPr>
            </a:lvl3pPr>
            <a:lvl4pPr marL="228600" indent="1371600">
              <a:buClrTx/>
              <a:buSzTx/>
              <a:buFontTx/>
              <a:buNone/>
              <a:defRPr sz="1600">
                <a:latin typeface="Cantarell"/>
                <a:ea typeface="Cantarell"/>
                <a:cs typeface="Cantarell"/>
                <a:sym typeface="Cantarell"/>
              </a:defRPr>
            </a:lvl4pPr>
            <a:lvl5pPr marL="228600" indent="1828800">
              <a:buClrTx/>
              <a:buSzTx/>
              <a:buFontTx/>
              <a:buNone/>
              <a:defRPr sz="1600">
                <a:latin typeface="Cantarell"/>
                <a:ea typeface="Cantarell"/>
                <a:cs typeface="Cantarell"/>
                <a:sym typeface="Cantarell"/>
              </a:defRPr>
            </a:lvl5pPr>
          </a:lstStyle>
          <a:p>
            <a:r>
              <a:t>Body Level One</a:t>
            </a:r>
          </a:p>
          <a:p>
            <a:pPr lvl="1"/>
            <a:r>
              <a:t>Body Level Two</a:t>
            </a:r>
          </a:p>
          <a:p>
            <a:pPr lvl="2"/>
            <a:r>
              <a:t>Body Level Three</a:t>
            </a:r>
          </a:p>
          <a:p>
            <a:pPr lvl="3"/>
            <a:r>
              <a:t>Body Level Four</a:t>
            </a:r>
          </a:p>
          <a:p>
            <a:pPr lvl="4"/>
            <a:r>
              <a:t>Body Level Five</a:t>
            </a:r>
          </a:p>
        </p:txBody>
      </p:sp>
      <p:sp>
        <p:nvSpPr>
          <p:cNvPr id="113" name="Slide Number"/>
          <p:cNvSpPr txBox="1">
            <a:spLocks noGrp="1"/>
          </p:cNvSpPr>
          <p:nvPr>
            <p:ph type="sldNum" sz="quarter" idx="2"/>
          </p:nvPr>
        </p:nvSpPr>
        <p:spPr>
          <a:xfrm>
            <a:off x="11095216" y="6472174"/>
            <a:ext cx="258585" cy="248266"/>
          </a:xfrm>
          <a:prstGeom prst="rect">
            <a:avLst/>
          </a:prstGeom>
        </p:spPr>
        <p:txBody>
          <a:bodyPr/>
          <a:lstStyle/>
          <a:p>
            <a:fld id="{86CB4B4D-7CA3-9044-876B-883B54F8677D}" type="slidenum">
              <a:t>‹#›</a:t>
            </a:fld>
            <a:endParaRPr/>
          </a:p>
        </p:txBody>
      </p:sp>
      <p:sp>
        <p:nvSpPr>
          <p:cNvPr id="114" name="Google Shape;94;p32"/>
          <p:cNvSpPr/>
          <p:nvPr/>
        </p:nvSpPr>
        <p:spPr>
          <a:xfrm>
            <a:off x="-1" y="6352197"/>
            <a:ext cx="12192004" cy="130972"/>
          </a:xfrm>
          <a:prstGeom prst="rect">
            <a:avLst/>
          </a:prstGeom>
          <a:solidFill>
            <a:srgbClr val="D0A863"/>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pic>
        <p:nvPicPr>
          <p:cNvPr id="115" name="Google Shape;95;p32" descr="Google Shape;95;p32"/>
          <p:cNvPicPr>
            <a:picLocks noChangeAspect="1"/>
          </p:cNvPicPr>
          <p:nvPr/>
        </p:nvPicPr>
        <p:blipFill>
          <a:blip r:embed="rId2"/>
          <a:stretch>
            <a:fillRect/>
          </a:stretch>
        </p:blipFill>
        <p:spPr>
          <a:xfrm>
            <a:off x="9813907" y="0"/>
            <a:ext cx="2378095" cy="1116001"/>
          </a:xfrm>
          <a:prstGeom prst="rect">
            <a:avLst/>
          </a:prstGeom>
          <a:ln w="12700">
            <a:miter lim="400000"/>
          </a:ln>
        </p:spPr>
      </p:pic>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showMasterSp="0" type="tx">
  <p:cSld name="VERTICAL_TEXT">
    <p:bg>
      <p:bgPr>
        <a:solidFill>
          <a:srgbClr val="233039"/>
        </a:solidFill>
        <a:effectLst/>
      </p:bgPr>
    </p:bg>
    <p:spTree>
      <p:nvGrpSpPr>
        <p:cNvPr id="1" name=""/>
        <p:cNvGrpSpPr/>
        <p:nvPr/>
      </p:nvGrpSpPr>
      <p:grpSpPr>
        <a:xfrm>
          <a:off x="0" y="0"/>
          <a:ext cx="0" cy="0"/>
          <a:chOff x="0" y="0"/>
          <a:chExt cx="0" cy="0"/>
        </a:xfrm>
      </p:grpSpPr>
      <p:sp>
        <p:nvSpPr>
          <p:cNvPr id="122" name="Title Text"/>
          <p:cNvSpPr txBox="1">
            <a:spLocks noGrp="1"/>
          </p:cNvSpPr>
          <p:nvPr>
            <p:ph type="title"/>
          </p:nvPr>
        </p:nvSpPr>
        <p:spPr>
          <a:xfrm>
            <a:off x="838200" y="365125"/>
            <a:ext cx="8867775" cy="1325563"/>
          </a:xfrm>
          <a:prstGeom prst="rect">
            <a:avLst/>
          </a:prstGeom>
        </p:spPr>
        <p:txBody>
          <a:bodyPr/>
          <a:lstStyle>
            <a:lvl1pPr algn="l">
              <a:defRPr>
                <a:latin typeface="Cantarell"/>
                <a:ea typeface="Cantarell"/>
                <a:cs typeface="Cantarell"/>
                <a:sym typeface="Cantarell"/>
              </a:defRPr>
            </a:lvl1pPr>
          </a:lstStyle>
          <a:p>
            <a:r>
              <a:t>Title Text</a:t>
            </a:r>
          </a:p>
        </p:txBody>
      </p:sp>
      <p:sp>
        <p:nvSpPr>
          <p:cNvPr id="123" name="Body Level One…"/>
          <p:cNvSpPr txBox="1">
            <a:spLocks noGrp="1"/>
          </p:cNvSpPr>
          <p:nvPr>
            <p:ph type="body" idx="1"/>
          </p:nvPr>
        </p:nvSpPr>
        <p:spPr>
          <a:xfrm rot="5400000">
            <a:off x="3920330" y="-1256506"/>
            <a:ext cx="4351339" cy="10515601"/>
          </a:xfrm>
          <a:prstGeom prst="rect">
            <a:avLst/>
          </a:prstGeom>
        </p:spPr>
        <p:txBody>
          <a:bodyPr/>
          <a:lstStyle>
            <a:lvl1pPr>
              <a:defRPr>
                <a:latin typeface="Cantarell"/>
                <a:ea typeface="Cantarell"/>
                <a:cs typeface="Cantarell"/>
                <a:sym typeface="Cantarell"/>
              </a:defRPr>
            </a:lvl1pPr>
            <a:lvl2pPr>
              <a:defRPr>
                <a:latin typeface="Cantarell"/>
                <a:ea typeface="Cantarell"/>
                <a:cs typeface="Cantarell"/>
                <a:sym typeface="Cantarell"/>
              </a:defRPr>
            </a:lvl2pPr>
            <a:lvl3pPr>
              <a:defRPr>
                <a:latin typeface="Cantarell"/>
                <a:ea typeface="Cantarell"/>
                <a:cs typeface="Cantarell"/>
                <a:sym typeface="Cantarell"/>
              </a:defRPr>
            </a:lvl3pPr>
            <a:lvl4pPr>
              <a:defRPr>
                <a:latin typeface="Cantarell"/>
                <a:ea typeface="Cantarell"/>
                <a:cs typeface="Cantarell"/>
                <a:sym typeface="Cantarell"/>
              </a:defRPr>
            </a:lvl4pPr>
            <a:lvl5pPr>
              <a:defRPr>
                <a:latin typeface="Cantarell"/>
                <a:ea typeface="Cantarell"/>
                <a:cs typeface="Cantarell"/>
                <a:sym typeface="Cantarell"/>
              </a:defRPr>
            </a:lvl5pPr>
          </a:lstStyle>
          <a:p>
            <a:r>
              <a:t>Body Level One</a:t>
            </a:r>
          </a:p>
          <a:p>
            <a:pPr lvl="1"/>
            <a:r>
              <a:t>Body Level Two</a:t>
            </a:r>
          </a:p>
          <a:p>
            <a:pPr lvl="2"/>
            <a:r>
              <a:t>Body Level Three</a:t>
            </a:r>
          </a:p>
          <a:p>
            <a:pPr lvl="3"/>
            <a:r>
              <a:t>Body Level Four</a:t>
            </a:r>
          </a:p>
          <a:p>
            <a:pPr lvl="4"/>
            <a:r>
              <a:t>Body Level Five</a:t>
            </a:r>
          </a:p>
        </p:txBody>
      </p:sp>
      <p:sp>
        <p:nvSpPr>
          <p:cNvPr id="124" name="Slide Number"/>
          <p:cNvSpPr txBox="1">
            <a:spLocks noGrp="1"/>
          </p:cNvSpPr>
          <p:nvPr>
            <p:ph type="sldNum" sz="quarter" idx="2"/>
          </p:nvPr>
        </p:nvSpPr>
        <p:spPr>
          <a:xfrm>
            <a:off x="11095216" y="6472174"/>
            <a:ext cx="258585" cy="248266"/>
          </a:xfrm>
          <a:prstGeom prst="rect">
            <a:avLst/>
          </a:prstGeom>
        </p:spPr>
        <p:txBody>
          <a:bodyPr/>
          <a:lstStyle/>
          <a:p>
            <a:fld id="{86CB4B4D-7CA3-9044-876B-883B54F8677D}" type="slidenum">
              <a:t>‹#›</a:t>
            </a:fld>
            <a:endParaRPr/>
          </a:p>
        </p:txBody>
      </p:sp>
      <p:sp>
        <p:nvSpPr>
          <p:cNvPr id="125" name="Google Shape;102;p33"/>
          <p:cNvSpPr/>
          <p:nvPr/>
        </p:nvSpPr>
        <p:spPr>
          <a:xfrm>
            <a:off x="-1" y="6352197"/>
            <a:ext cx="12192004" cy="130972"/>
          </a:xfrm>
          <a:prstGeom prst="rect">
            <a:avLst/>
          </a:prstGeom>
          <a:solidFill>
            <a:srgbClr val="D0A863"/>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pic>
        <p:nvPicPr>
          <p:cNvPr id="126" name="Google Shape;103;p33" descr="Google Shape;103;p33"/>
          <p:cNvPicPr>
            <a:picLocks noChangeAspect="1"/>
          </p:cNvPicPr>
          <p:nvPr/>
        </p:nvPicPr>
        <p:blipFill>
          <a:blip r:embed="rId2"/>
          <a:stretch>
            <a:fillRect/>
          </a:stretch>
        </p:blipFill>
        <p:spPr>
          <a:xfrm>
            <a:off x="9813907" y="0"/>
            <a:ext cx="2378095" cy="1116001"/>
          </a:xfrm>
          <a:prstGeom prst="rect">
            <a:avLst/>
          </a:prstGeom>
          <a:ln w="12700">
            <a:miter lim="400000"/>
          </a:ln>
        </p:spPr>
      </p:pic>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showMasterSp="0" type="tx">
  <p:cSld name="VERTICAL_TITLE_AND_VERTICAL_TEXT">
    <p:bg>
      <p:bgPr>
        <a:solidFill>
          <a:srgbClr val="233039"/>
        </a:solidFill>
        <a:effectLst/>
      </p:bgPr>
    </p:bg>
    <p:spTree>
      <p:nvGrpSpPr>
        <p:cNvPr id="1" name=""/>
        <p:cNvGrpSpPr/>
        <p:nvPr/>
      </p:nvGrpSpPr>
      <p:grpSpPr>
        <a:xfrm>
          <a:off x="0" y="0"/>
          <a:ext cx="0" cy="0"/>
          <a:chOff x="0" y="0"/>
          <a:chExt cx="0" cy="0"/>
        </a:xfrm>
      </p:grpSpPr>
      <p:sp>
        <p:nvSpPr>
          <p:cNvPr id="133" name="Title Text"/>
          <p:cNvSpPr txBox="1">
            <a:spLocks noGrp="1"/>
          </p:cNvSpPr>
          <p:nvPr>
            <p:ph type="title"/>
          </p:nvPr>
        </p:nvSpPr>
        <p:spPr>
          <a:xfrm rot="5400000">
            <a:off x="7596485" y="2419648"/>
            <a:ext cx="4885730" cy="2628901"/>
          </a:xfrm>
          <a:prstGeom prst="rect">
            <a:avLst/>
          </a:prstGeom>
        </p:spPr>
        <p:txBody>
          <a:bodyPr/>
          <a:lstStyle>
            <a:lvl1pPr algn="l">
              <a:defRPr>
                <a:latin typeface="Cantarell"/>
                <a:ea typeface="Cantarell"/>
                <a:cs typeface="Cantarell"/>
                <a:sym typeface="Cantarell"/>
              </a:defRPr>
            </a:lvl1pPr>
          </a:lstStyle>
          <a:p>
            <a:r>
              <a:t>Title Text</a:t>
            </a:r>
          </a:p>
        </p:txBody>
      </p:sp>
      <p:sp>
        <p:nvSpPr>
          <p:cNvPr id="134" name="Body Level One…"/>
          <p:cNvSpPr txBox="1">
            <a:spLocks noGrp="1"/>
          </p:cNvSpPr>
          <p:nvPr>
            <p:ph type="body" idx="1"/>
          </p:nvPr>
        </p:nvSpPr>
        <p:spPr>
          <a:xfrm rot="5400000">
            <a:off x="1799431" y="-596107"/>
            <a:ext cx="5811838" cy="7734301"/>
          </a:xfrm>
          <a:prstGeom prst="rect">
            <a:avLst/>
          </a:prstGeom>
        </p:spPr>
        <p:txBody>
          <a:bodyPr/>
          <a:lstStyle>
            <a:lvl1pPr>
              <a:defRPr>
                <a:latin typeface="Cantarell"/>
                <a:ea typeface="Cantarell"/>
                <a:cs typeface="Cantarell"/>
                <a:sym typeface="Cantarell"/>
              </a:defRPr>
            </a:lvl1pPr>
            <a:lvl2pPr>
              <a:defRPr>
                <a:latin typeface="Cantarell"/>
                <a:ea typeface="Cantarell"/>
                <a:cs typeface="Cantarell"/>
                <a:sym typeface="Cantarell"/>
              </a:defRPr>
            </a:lvl2pPr>
            <a:lvl3pPr>
              <a:defRPr>
                <a:latin typeface="Cantarell"/>
                <a:ea typeface="Cantarell"/>
                <a:cs typeface="Cantarell"/>
                <a:sym typeface="Cantarell"/>
              </a:defRPr>
            </a:lvl3pPr>
            <a:lvl4pPr>
              <a:defRPr>
                <a:latin typeface="Cantarell"/>
                <a:ea typeface="Cantarell"/>
                <a:cs typeface="Cantarell"/>
                <a:sym typeface="Cantarell"/>
              </a:defRPr>
            </a:lvl4pPr>
            <a:lvl5pPr>
              <a:defRPr>
                <a:latin typeface="Cantarell"/>
                <a:ea typeface="Cantarell"/>
                <a:cs typeface="Cantarell"/>
                <a:sym typeface="Cantarell"/>
              </a:defRPr>
            </a:lvl5pPr>
          </a:lstStyle>
          <a:p>
            <a:r>
              <a:t>Body Level One</a:t>
            </a:r>
          </a:p>
          <a:p>
            <a:pPr lvl="1"/>
            <a:r>
              <a:t>Body Level Two</a:t>
            </a:r>
          </a:p>
          <a:p>
            <a:pPr lvl="2"/>
            <a:r>
              <a:t>Body Level Three</a:t>
            </a:r>
          </a:p>
          <a:p>
            <a:pPr lvl="3"/>
            <a:r>
              <a:t>Body Level Four</a:t>
            </a:r>
          </a:p>
          <a:p>
            <a:pPr lvl="4"/>
            <a:r>
              <a:t>Body Level Five</a:t>
            </a:r>
          </a:p>
        </p:txBody>
      </p:sp>
      <p:sp>
        <p:nvSpPr>
          <p:cNvPr id="135" name="Slide Number"/>
          <p:cNvSpPr txBox="1">
            <a:spLocks noGrp="1"/>
          </p:cNvSpPr>
          <p:nvPr>
            <p:ph type="sldNum" sz="quarter" idx="2"/>
          </p:nvPr>
        </p:nvSpPr>
        <p:spPr>
          <a:xfrm>
            <a:off x="11095216" y="6472174"/>
            <a:ext cx="258585" cy="248266"/>
          </a:xfrm>
          <a:prstGeom prst="rect">
            <a:avLst/>
          </a:prstGeom>
        </p:spPr>
        <p:txBody>
          <a:bodyPr/>
          <a:lstStyle/>
          <a:p>
            <a:fld id="{86CB4B4D-7CA3-9044-876B-883B54F8677D}" type="slidenum">
              <a:t>‹#›</a:t>
            </a:fld>
            <a:endParaRPr/>
          </a:p>
        </p:txBody>
      </p:sp>
      <p:sp>
        <p:nvSpPr>
          <p:cNvPr id="136" name="Google Shape;110;p34"/>
          <p:cNvSpPr/>
          <p:nvPr/>
        </p:nvSpPr>
        <p:spPr>
          <a:xfrm>
            <a:off x="-1" y="6352197"/>
            <a:ext cx="12192004" cy="130972"/>
          </a:xfrm>
          <a:prstGeom prst="rect">
            <a:avLst/>
          </a:prstGeom>
          <a:solidFill>
            <a:srgbClr val="D0A863"/>
          </a:solidFill>
          <a:ln w="12700">
            <a:miter lim="400000"/>
          </a:ln>
        </p:spPr>
        <p:txBody>
          <a:bodyPr lIns="45719" rIns="45719" anchor="ctr"/>
          <a:lstStyle/>
          <a:p>
            <a:pPr algn="ctr">
              <a:defRPr>
                <a:solidFill>
                  <a:srgbClr val="FFFFFF"/>
                </a:solidFill>
                <a:latin typeface="Calibri"/>
                <a:ea typeface="Calibri"/>
                <a:cs typeface="Calibri"/>
                <a:sym typeface="Calibri"/>
              </a:defRPr>
            </a:pPr>
            <a:endParaRPr/>
          </a:p>
        </p:txBody>
      </p:sp>
      <p:pic>
        <p:nvPicPr>
          <p:cNvPr id="137" name="Google Shape;111;p34" descr="Google Shape;111;p34"/>
          <p:cNvPicPr>
            <a:picLocks noChangeAspect="1"/>
          </p:cNvPicPr>
          <p:nvPr/>
        </p:nvPicPr>
        <p:blipFill>
          <a:blip r:embed="rId2"/>
          <a:stretch>
            <a:fillRect/>
          </a:stretch>
        </p:blipFill>
        <p:spPr>
          <a:xfrm>
            <a:off x="9813907" y="0"/>
            <a:ext cx="2378095" cy="1116001"/>
          </a:xfrm>
          <a:prstGeom prst="rect">
            <a:avLst/>
          </a:prstGeom>
          <a:ln w="12700">
            <a:miter lim="400000"/>
          </a:ln>
        </p:spPr>
      </p:pic>
    </p:spTree>
  </p:cSld>
  <p:clrMapOvr>
    <a:masterClrMapping/>
  </p:clrMapOvr>
  <p:transition spd="med"/>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pn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itle Text"/>
          <p:cNvSpPr txBox="1">
            <a:spLocks noGrp="1"/>
          </p:cNvSpPr>
          <p:nvPr>
            <p:ph type="title"/>
          </p:nvPr>
        </p:nvSpPr>
        <p:spPr>
          <a:xfrm>
            <a:off x="609600" y="274638"/>
            <a:ext cx="10972800" cy="1143001"/>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normAutofit/>
          </a:bodyPr>
          <a:lstStyle/>
          <a:p>
            <a:r>
              <a:t>Title Text</a:t>
            </a:r>
          </a:p>
        </p:txBody>
      </p:sp>
      <p:sp>
        <p:nvSpPr>
          <p:cNvPr id="3" name="Slide Number"/>
          <p:cNvSpPr txBox="1">
            <a:spLocks noGrp="1"/>
          </p:cNvSpPr>
          <p:nvPr>
            <p:ph type="sldNum" sz="quarter" idx="2"/>
          </p:nvPr>
        </p:nvSpPr>
        <p:spPr>
          <a:xfrm>
            <a:off x="11323816" y="6414780"/>
            <a:ext cx="258585" cy="248265"/>
          </a:xfrm>
          <a:prstGeom prst="rect">
            <a:avLst/>
          </a:prstGeom>
          <a:ln w="12700">
            <a:miter lim="400000"/>
          </a:ln>
        </p:spPr>
        <p:txBody>
          <a:bodyPr wrap="none" lIns="45699" tIns="45699" rIns="45699" bIns="45699" anchor="ctr">
            <a:spAutoFit/>
          </a:bodyPr>
          <a:lstStyle>
            <a:lvl1pPr algn="r">
              <a:defRPr sz="1200">
                <a:solidFill>
                  <a:srgbClr val="888888"/>
                </a:solidFill>
                <a:latin typeface="Calibri"/>
                <a:ea typeface="Calibri"/>
                <a:cs typeface="Calibri"/>
                <a:sym typeface="Calibri"/>
              </a:defRPr>
            </a:lvl1pPr>
          </a:lstStyle>
          <a:p>
            <a:fld id="{86CB4B4D-7CA3-9044-876B-883B54F8677D}" type="slidenum">
              <a:t>‹#›</a:t>
            </a:fld>
            <a:endParaRPr/>
          </a:p>
        </p:txBody>
      </p:sp>
      <p:pic>
        <p:nvPicPr>
          <p:cNvPr id="4" name="Google Shape;51;g13d90e39a2c_2_30" descr="Google Shape;51;g13d90e39a2c_2_30"/>
          <p:cNvPicPr>
            <a:picLocks noChangeAspect="1"/>
          </p:cNvPicPr>
          <p:nvPr/>
        </p:nvPicPr>
        <p:blipFill>
          <a:blip r:embed="rId14"/>
          <a:stretch>
            <a:fillRect/>
          </a:stretch>
        </p:blipFill>
        <p:spPr>
          <a:xfrm>
            <a:off x="9297385" y="90168"/>
            <a:ext cx="2073325" cy="1034577"/>
          </a:xfrm>
          <a:prstGeom prst="rect">
            <a:avLst/>
          </a:prstGeom>
          <a:ln w="12700">
            <a:miter lim="400000"/>
          </a:ln>
        </p:spPr>
      </p:pic>
      <p:sp>
        <p:nvSpPr>
          <p:cNvPr id="5" name="Body Level One…"/>
          <p:cNvSpPr txBox="1">
            <a:spLocks noGrp="1"/>
          </p:cNvSpPr>
          <p:nvPr>
            <p:ph type="body" idx="1"/>
          </p:nvPr>
        </p:nvSpPr>
        <p:spPr>
          <a:xfrm>
            <a:off x="609600" y="1600200"/>
            <a:ext cx="10972800" cy="5257800"/>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ormAutofit/>
          </a:bodyPr>
          <a:lstStyle/>
          <a:p>
            <a:r>
              <a:t>Body Level One</a:t>
            </a:r>
          </a:p>
          <a:p>
            <a:pPr lvl="1"/>
            <a:r>
              <a:t>Body Level Two</a:t>
            </a:r>
          </a:p>
          <a:p>
            <a:pPr lvl="2"/>
            <a:r>
              <a:t>Body Level Three</a:t>
            </a:r>
          </a:p>
          <a:p>
            <a:pPr lvl="3"/>
            <a:r>
              <a:t>Body Level Four</a:t>
            </a:r>
          </a:p>
          <a:p>
            <a:pPr lvl="4"/>
            <a:r>
              <a:t>Body Level Five</a:t>
            </a:r>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ransition spd="med"/>
  <p:txStyles>
    <p:titleStyle>
      <a:lvl1pPr marL="0" marR="0" indent="0" algn="ctr" defTabSz="914400" rtl="0" latinLnBrk="0">
        <a:lnSpc>
          <a:spcPct val="90000"/>
        </a:lnSpc>
        <a:spcBef>
          <a:spcPts val="0"/>
        </a:spcBef>
        <a:spcAft>
          <a:spcPts val="0"/>
        </a:spcAft>
        <a:buClrTx/>
        <a:buSzTx/>
        <a:buFontTx/>
        <a:buNone/>
        <a:tabLst/>
        <a:defRPr sz="4400" b="1" i="0" u="none" strike="noStrike" cap="none" spc="0" baseline="0">
          <a:solidFill>
            <a:srgbClr val="D0A863"/>
          </a:solidFill>
          <a:uFillTx/>
          <a:latin typeface="Calibri"/>
          <a:ea typeface="Calibri"/>
          <a:cs typeface="Calibri"/>
          <a:sym typeface="Calibri"/>
        </a:defRPr>
      </a:lvl1pPr>
      <a:lvl2pPr marL="0" marR="0" indent="0" algn="ctr" defTabSz="914400" rtl="0" latinLnBrk="0">
        <a:lnSpc>
          <a:spcPct val="90000"/>
        </a:lnSpc>
        <a:spcBef>
          <a:spcPts val="0"/>
        </a:spcBef>
        <a:spcAft>
          <a:spcPts val="0"/>
        </a:spcAft>
        <a:buClrTx/>
        <a:buSzTx/>
        <a:buFontTx/>
        <a:buNone/>
        <a:tabLst/>
        <a:defRPr sz="4400" b="1" i="0" u="none" strike="noStrike" cap="none" spc="0" baseline="0">
          <a:solidFill>
            <a:srgbClr val="D0A863"/>
          </a:solidFill>
          <a:uFillTx/>
          <a:latin typeface="Calibri"/>
          <a:ea typeface="Calibri"/>
          <a:cs typeface="Calibri"/>
          <a:sym typeface="Calibri"/>
        </a:defRPr>
      </a:lvl2pPr>
      <a:lvl3pPr marL="0" marR="0" indent="0" algn="ctr" defTabSz="914400" rtl="0" latinLnBrk="0">
        <a:lnSpc>
          <a:spcPct val="90000"/>
        </a:lnSpc>
        <a:spcBef>
          <a:spcPts val="0"/>
        </a:spcBef>
        <a:spcAft>
          <a:spcPts val="0"/>
        </a:spcAft>
        <a:buClrTx/>
        <a:buSzTx/>
        <a:buFontTx/>
        <a:buNone/>
        <a:tabLst/>
        <a:defRPr sz="4400" b="1" i="0" u="none" strike="noStrike" cap="none" spc="0" baseline="0">
          <a:solidFill>
            <a:srgbClr val="D0A863"/>
          </a:solidFill>
          <a:uFillTx/>
          <a:latin typeface="Calibri"/>
          <a:ea typeface="Calibri"/>
          <a:cs typeface="Calibri"/>
          <a:sym typeface="Calibri"/>
        </a:defRPr>
      </a:lvl3pPr>
      <a:lvl4pPr marL="0" marR="0" indent="0" algn="ctr" defTabSz="914400" rtl="0" latinLnBrk="0">
        <a:lnSpc>
          <a:spcPct val="90000"/>
        </a:lnSpc>
        <a:spcBef>
          <a:spcPts val="0"/>
        </a:spcBef>
        <a:spcAft>
          <a:spcPts val="0"/>
        </a:spcAft>
        <a:buClrTx/>
        <a:buSzTx/>
        <a:buFontTx/>
        <a:buNone/>
        <a:tabLst/>
        <a:defRPr sz="4400" b="1" i="0" u="none" strike="noStrike" cap="none" spc="0" baseline="0">
          <a:solidFill>
            <a:srgbClr val="D0A863"/>
          </a:solidFill>
          <a:uFillTx/>
          <a:latin typeface="Calibri"/>
          <a:ea typeface="Calibri"/>
          <a:cs typeface="Calibri"/>
          <a:sym typeface="Calibri"/>
        </a:defRPr>
      </a:lvl4pPr>
      <a:lvl5pPr marL="0" marR="0" indent="0" algn="ctr" defTabSz="914400" rtl="0" latinLnBrk="0">
        <a:lnSpc>
          <a:spcPct val="90000"/>
        </a:lnSpc>
        <a:spcBef>
          <a:spcPts val="0"/>
        </a:spcBef>
        <a:spcAft>
          <a:spcPts val="0"/>
        </a:spcAft>
        <a:buClrTx/>
        <a:buSzTx/>
        <a:buFontTx/>
        <a:buNone/>
        <a:tabLst/>
        <a:defRPr sz="4400" b="1" i="0" u="none" strike="noStrike" cap="none" spc="0" baseline="0">
          <a:solidFill>
            <a:srgbClr val="D0A863"/>
          </a:solidFill>
          <a:uFillTx/>
          <a:latin typeface="Calibri"/>
          <a:ea typeface="Calibri"/>
          <a:cs typeface="Calibri"/>
          <a:sym typeface="Calibri"/>
        </a:defRPr>
      </a:lvl5pPr>
      <a:lvl6pPr marL="0" marR="0" indent="0" algn="ctr" defTabSz="914400" rtl="0" latinLnBrk="0">
        <a:lnSpc>
          <a:spcPct val="90000"/>
        </a:lnSpc>
        <a:spcBef>
          <a:spcPts val="0"/>
        </a:spcBef>
        <a:spcAft>
          <a:spcPts val="0"/>
        </a:spcAft>
        <a:buClrTx/>
        <a:buSzTx/>
        <a:buFontTx/>
        <a:buNone/>
        <a:tabLst/>
        <a:defRPr sz="4400" b="1" i="0" u="none" strike="noStrike" cap="none" spc="0" baseline="0">
          <a:solidFill>
            <a:srgbClr val="D0A863"/>
          </a:solidFill>
          <a:uFillTx/>
          <a:latin typeface="Calibri"/>
          <a:ea typeface="Calibri"/>
          <a:cs typeface="Calibri"/>
          <a:sym typeface="Calibri"/>
        </a:defRPr>
      </a:lvl6pPr>
      <a:lvl7pPr marL="0" marR="0" indent="0" algn="ctr" defTabSz="914400" rtl="0" latinLnBrk="0">
        <a:lnSpc>
          <a:spcPct val="90000"/>
        </a:lnSpc>
        <a:spcBef>
          <a:spcPts val="0"/>
        </a:spcBef>
        <a:spcAft>
          <a:spcPts val="0"/>
        </a:spcAft>
        <a:buClrTx/>
        <a:buSzTx/>
        <a:buFontTx/>
        <a:buNone/>
        <a:tabLst/>
        <a:defRPr sz="4400" b="1" i="0" u="none" strike="noStrike" cap="none" spc="0" baseline="0">
          <a:solidFill>
            <a:srgbClr val="D0A863"/>
          </a:solidFill>
          <a:uFillTx/>
          <a:latin typeface="Calibri"/>
          <a:ea typeface="Calibri"/>
          <a:cs typeface="Calibri"/>
          <a:sym typeface="Calibri"/>
        </a:defRPr>
      </a:lvl7pPr>
      <a:lvl8pPr marL="0" marR="0" indent="0" algn="ctr" defTabSz="914400" rtl="0" latinLnBrk="0">
        <a:lnSpc>
          <a:spcPct val="90000"/>
        </a:lnSpc>
        <a:spcBef>
          <a:spcPts val="0"/>
        </a:spcBef>
        <a:spcAft>
          <a:spcPts val="0"/>
        </a:spcAft>
        <a:buClrTx/>
        <a:buSzTx/>
        <a:buFontTx/>
        <a:buNone/>
        <a:tabLst/>
        <a:defRPr sz="4400" b="1" i="0" u="none" strike="noStrike" cap="none" spc="0" baseline="0">
          <a:solidFill>
            <a:srgbClr val="D0A863"/>
          </a:solidFill>
          <a:uFillTx/>
          <a:latin typeface="Calibri"/>
          <a:ea typeface="Calibri"/>
          <a:cs typeface="Calibri"/>
          <a:sym typeface="Calibri"/>
        </a:defRPr>
      </a:lvl8pPr>
      <a:lvl9pPr marL="0" marR="0" indent="0" algn="ctr" defTabSz="914400" rtl="0" latinLnBrk="0">
        <a:lnSpc>
          <a:spcPct val="90000"/>
        </a:lnSpc>
        <a:spcBef>
          <a:spcPts val="0"/>
        </a:spcBef>
        <a:spcAft>
          <a:spcPts val="0"/>
        </a:spcAft>
        <a:buClrTx/>
        <a:buSzTx/>
        <a:buFontTx/>
        <a:buNone/>
        <a:tabLst/>
        <a:defRPr sz="4400" b="1" i="0" u="none" strike="noStrike" cap="none" spc="0" baseline="0">
          <a:solidFill>
            <a:srgbClr val="D0A863"/>
          </a:solidFill>
          <a:uFillTx/>
          <a:latin typeface="Calibri"/>
          <a:ea typeface="Calibri"/>
          <a:cs typeface="Calibri"/>
          <a:sym typeface="Calibri"/>
        </a:defRPr>
      </a:lvl9pPr>
    </p:titleStyle>
    <p:bodyStyle>
      <a:lvl1pPr marL="457200" marR="0" indent="-406400" algn="l" defTabSz="914400" rtl="0" latinLnBrk="0">
        <a:lnSpc>
          <a:spcPct val="90000"/>
        </a:lnSpc>
        <a:spcBef>
          <a:spcPts val="1000"/>
        </a:spcBef>
        <a:spcAft>
          <a:spcPts val="0"/>
        </a:spcAft>
        <a:buClr>
          <a:srgbClr val="D0A863"/>
        </a:buClr>
        <a:buSzPts val="2800"/>
        <a:buFont typeface="Arial"/>
        <a:buChar char="•"/>
        <a:tabLst/>
        <a:defRPr sz="2800" b="0" i="0" u="none" strike="noStrike" cap="none" spc="0" baseline="0">
          <a:solidFill>
            <a:srgbClr val="D0A863"/>
          </a:solidFill>
          <a:uFillTx/>
          <a:latin typeface="Calibri"/>
          <a:ea typeface="Calibri"/>
          <a:cs typeface="Calibri"/>
          <a:sym typeface="Calibri"/>
        </a:defRPr>
      </a:lvl1pPr>
      <a:lvl2pPr marL="977900" marR="0" indent="-444500" algn="l" defTabSz="914400" rtl="0" latinLnBrk="0">
        <a:lnSpc>
          <a:spcPct val="90000"/>
        </a:lnSpc>
        <a:spcBef>
          <a:spcPts val="1000"/>
        </a:spcBef>
        <a:spcAft>
          <a:spcPts val="0"/>
        </a:spcAft>
        <a:buClr>
          <a:srgbClr val="D0A863"/>
        </a:buClr>
        <a:buSzPts val="2800"/>
        <a:buFont typeface="Arial"/>
        <a:buChar char="•"/>
        <a:tabLst/>
        <a:defRPr sz="2800" b="0" i="0" u="none" strike="noStrike" cap="none" spc="0" baseline="0">
          <a:solidFill>
            <a:srgbClr val="D0A863"/>
          </a:solidFill>
          <a:uFillTx/>
          <a:latin typeface="Calibri"/>
          <a:ea typeface="Calibri"/>
          <a:cs typeface="Calibri"/>
          <a:sym typeface="Calibri"/>
        </a:defRPr>
      </a:lvl2pPr>
      <a:lvl3pPr marL="1513839" marR="0" indent="-497839" algn="l" defTabSz="914400" rtl="0" latinLnBrk="0">
        <a:lnSpc>
          <a:spcPct val="90000"/>
        </a:lnSpc>
        <a:spcBef>
          <a:spcPts val="1000"/>
        </a:spcBef>
        <a:spcAft>
          <a:spcPts val="0"/>
        </a:spcAft>
        <a:buClr>
          <a:srgbClr val="D0A863"/>
        </a:buClr>
        <a:buSzPts val="2800"/>
        <a:buFont typeface="Arial"/>
        <a:buChar char="•"/>
        <a:tabLst/>
        <a:defRPr sz="2800" b="0" i="0" u="none" strike="noStrike" cap="none" spc="0" baseline="0">
          <a:solidFill>
            <a:srgbClr val="D0A863"/>
          </a:solidFill>
          <a:uFillTx/>
          <a:latin typeface="Calibri"/>
          <a:ea typeface="Calibri"/>
          <a:cs typeface="Calibri"/>
          <a:sym typeface="Calibri"/>
        </a:defRPr>
      </a:lvl3pPr>
      <a:lvl4pPr marL="2019300" marR="0" indent="-533400" algn="l" defTabSz="914400" rtl="0" latinLnBrk="0">
        <a:lnSpc>
          <a:spcPct val="90000"/>
        </a:lnSpc>
        <a:spcBef>
          <a:spcPts val="1000"/>
        </a:spcBef>
        <a:spcAft>
          <a:spcPts val="0"/>
        </a:spcAft>
        <a:buClr>
          <a:srgbClr val="D0A863"/>
        </a:buClr>
        <a:buSzPts val="2800"/>
        <a:buFont typeface="Arial"/>
        <a:buChar char="•"/>
        <a:tabLst/>
        <a:defRPr sz="2800" b="0" i="0" u="none" strike="noStrike" cap="none" spc="0" baseline="0">
          <a:solidFill>
            <a:srgbClr val="D0A863"/>
          </a:solidFill>
          <a:uFillTx/>
          <a:latin typeface="Calibri"/>
          <a:ea typeface="Calibri"/>
          <a:cs typeface="Calibri"/>
          <a:sym typeface="Calibri"/>
        </a:defRPr>
      </a:lvl4pPr>
      <a:lvl5pPr marL="2476500" marR="0" indent="-533400" algn="l" defTabSz="914400" rtl="0" latinLnBrk="0">
        <a:lnSpc>
          <a:spcPct val="90000"/>
        </a:lnSpc>
        <a:spcBef>
          <a:spcPts val="1000"/>
        </a:spcBef>
        <a:spcAft>
          <a:spcPts val="0"/>
        </a:spcAft>
        <a:buClr>
          <a:srgbClr val="D0A863"/>
        </a:buClr>
        <a:buSzPts val="2800"/>
        <a:buFont typeface="Arial"/>
        <a:buChar char="•"/>
        <a:tabLst/>
        <a:defRPr sz="2800" b="0" i="0" u="none" strike="noStrike" cap="none" spc="0" baseline="0">
          <a:solidFill>
            <a:srgbClr val="D0A863"/>
          </a:solidFill>
          <a:uFillTx/>
          <a:latin typeface="Calibri"/>
          <a:ea typeface="Calibri"/>
          <a:cs typeface="Calibri"/>
          <a:sym typeface="Calibri"/>
        </a:defRPr>
      </a:lvl5pPr>
      <a:lvl6pPr marL="2933700" marR="0" indent="-533400" algn="l" defTabSz="914400" rtl="0" latinLnBrk="0">
        <a:lnSpc>
          <a:spcPct val="90000"/>
        </a:lnSpc>
        <a:spcBef>
          <a:spcPts val="1000"/>
        </a:spcBef>
        <a:spcAft>
          <a:spcPts val="0"/>
        </a:spcAft>
        <a:buClr>
          <a:srgbClr val="D0A863"/>
        </a:buClr>
        <a:buSzPts val="2800"/>
        <a:buFont typeface="Arial"/>
        <a:buChar char="•"/>
        <a:tabLst/>
        <a:defRPr sz="2800" b="0" i="0" u="none" strike="noStrike" cap="none" spc="0" baseline="0">
          <a:solidFill>
            <a:srgbClr val="D0A863"/>
          </a:solidFill>
          <a:uFillTx/>
          <a:latin typeface="Calibri"/>
          <a:ea typeface="Calibri"/>
          <a:cs typeface="Calibri"/>
          <a:sym typeface="Calibri"/>
        </a:defRPr>
      </a:lvl6pPr>
      <a:lvl7pPr marL="3390900" marR="0" indent="-533400" algn="l" defTabSz="914400" rtl="0" latinLnBrk="0">
        <a:lnSpc>
          <a:spcPct val="90000"/>
        </a:lnSpc>
        <a:spcBef>
          <a:spcPts val="1000"/>
        </a:spcBef>
        <a:spcAft>
          <a:spcPts val="0"/>
        </a:spcAft>
        <a:buClr>
          <a:srgbClr val="D0A863"/>
        </a:buClr>
        <a:buSzPts val="2800"/>
        <a:buFont typeface="Arial"/>
        <a:buChar char="•"/>
        <a:tabLst/>
        <a:defRPr sz="2800" b="0" i="0" u="none" strike="noStrike" cap="none" spc="0" baseline="0">
          <a:solidFill>
            <a:srgbClr val="D0A863"/>
          </a:solidFill>
          <a:uFillTx/>
          <a:latin typeface="Calibri"/>
          <a:ea typeface="Calibri"/>
          <a:cs typeface="Calibri"/>
          <a:sym typeface="Calibri"/>
        </a:defRPr>
      </a:lvl7pPr>
      <a:lvl8pPr marL="3848100" marR="0" indent="-533400" algn="l" defTabSz="914400" rtl="0" latinLnBrk="0">
        <a:lnSpc>
          <a:spcPct val="90000"/>
        </a:lnSpc>
        <a:spcBef>
          <a:spcPts val="1000"/>
        </a:spcBef>
        <a:spcAft>
          <a:spcPts val="0"/>
        </a:spcAft>
        <a:buClr>
          <a:srgbClr val="D0A863"/>
        </a:buClr>
        <a:buSzPts val="2800"/>
        <a:buFont typeface="Arial"/>
        <a:buChar char="•"/>
        <a:tabLst/>
        <a:defRPr sz="2800" b="0" i="0" u="none" strike="noStrike" cap="none" spc="0" baseline="0">
          <a:solidFill>
            <a:srgbClr val="D0A863"/>
          </a:solidFill>
          <a:uFillTx/>
          <a:latin typeface="Calibri"/>
          <a:ea typeface="Calibri"/>
          <a:cs typeface="Calibri"/>
          <a:sym typeface="Calibri"/>
        </a:defRPr>
      </a:lvl8pPr>
      <a:lvl9pPr marL="4305300" marR="0" indent="-533400" algn="l" defTabSz="914400" rtl="0" latinLnBrk="0">
        <a:lnSpc>
          <a:spcPct val="90000"/>
        </a:lnSpc>
        <a:spcBef>
          <a:spcPts val="1000"/>
        </a:spcBef>
        <a:spcAft>
          <a:spcPts val="0"/>
        </a:spcAft>
        <a:buClr>
          <a:srgbClr val="D0A863"/>
        </a:buClr>
        <a:buSzPts val="2800"/>
        <a:buFont typeface="Arial"/>
        <a:buChar char="•"/>
        <a:tabLst/>
        <a:defRPr sz="2800" b="0" i="0" u="none" strike="noStrike" cap="none" spc="0" baseline="0">
          <a:solidFill>
            <a:srgbClr val="D0A863"/>
          </a:solidFill>
          <a:uFillTx/>
          <a:latin typeface="Calibri"/>
          <a:ea typeface="Calibri"/>
          <a:cs typeface="Calibri"/>
          <a:sym typeface="Calibri"/>
        </a:defRPr>
      </a:lvl9pPr>
    </p:bodyStyle>
    <p:otherStyle>
      <a:lvl1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1pPr>
      <a:lvl2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2pPr>
      <a:lvl3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3pPr>
      <a:lvl4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4pPr>
      <a:lvl5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5pPr>
      <a:lvl6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6pPr>
      <a:lvl7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7pPr>
      <a:lvl8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8pPr>
      <a:lvl9pPr marL="0" marR="0" indent="0" algn="r" defTabSz="914400" rtl="0" latinLnBrk="0">
        <a:lnSpc>
          <a:spcPct val="100000"/>
        </a:lnSpc>
        <a:spcBef>
          <a:spcPts val="0"/>
        </a:spcBef>
        <a:spcAft>
          <a:spcPts val="0"/>
        </a:spcAft>
        <a:buClrTx/>
        <a:buSzTx/>
        <a:buFontTx/>
        <a:buNone/>
        <a:tabLst/>
        <a:defRPr sz="1200" b="0" i="0" u="none" strike="noStrike" cap="none" spc="0" baseline="0">
          <a:solidFill>
            <a:schemeClr val="tx1"/>
          </a:solidFill>
          <a:uFillTx/>
          <a:latin typeface="+mn-lt"/>
          <a:ea typeface="+mn-ea"/>
          <a:cs typeface="+mn-cs"/>
          <a:sym typeface="Calibri"/>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4.jpeg"/><Relationship Id="rId2" Type="http://schemas.openxmlformats.org/officeDocument/2006/relationships/image" Target="../media/image3.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5.sv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6" name="Google Shape;118;p1"/>
          <p:cNvSpPr txBox="1"/>
          <p:nvPr/>
        </p:nvSpPr>
        <p:spPr>
          <a:xfrm>
            <a:off x="4084325" y="6472174"/>
            <a:ext cx="4023351" cy="248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spAutoFit/>
          </a:bodyPr>
          <a:lstStyle>
            <a:lvl1pPr algn="ctr">
              <a:defRPr sz="1200">
                <a:solidFill>
                  <a:srgbClr val="888888"/>
                </a:solidFill>
                <a:latin typeface="Calibri"/>
                <a:ea typeface="Calibri"/>
                <a:cs typeface="Calibri"/>
                <a:sym typeface="Calibri"/>
              </a:defRPr>
            </a:lvl1pPr>
          </a:lstStyle>
          <a:p>
            <a:r>
              <a:t>Corporate presentation</a:t>
            </a:r>
          </a:p>
        </p:txBody>
      </p:sp>
      <p:sp>
        <p:nvSpPr>
          <p:cNvPr id="147" name="Google Shape;116;p1"/>
          <p:cNvSpPr txBox="1">
            <a:spLocks noGrp="1"/>
          </p:cNvSpPr>
          <p:nvPr>
            <p:ph type="ctrTitle"/>
          </p:nvPr>
        </p:nvSpPr>
        <p:spPr>
          <a:xfrm>
            <a:off x="7315199" y="1235792"/>
            <a:ext cx="4689796" cy="3248400"/>
          </a:xfrm>
          <a:prstGeom prst="rect">
            <a:avLst/>
          </a:prstGeom>
        </p:spPr>
        <p:txBody>
          <a:bodyPr/>
          <a:lstStyle/>
          <a:p>
            <a:pPr>
              <a:defRPr sz="3000"/>
            </a:pPr>
            <a:r>
              <a:rPr dirty="0"/>
              <a:t>CS3532</a:t>
            </a:r>
          </a:p>
          <a:p>
            <a:pPr>
              <a:defRPr sz="3000"/>
            </a:pPr>
            <a:r>
              <a:rPr dirty="0"/>
              <a:t>Project Case Study </a:t>
            </a:r>
            <a:br>
              <a:rPr dirty="0"/>
            </a:br>
            <a:r>
              <a:rPr dirty="0"/>
              <a:t>Presentation </a:t>
            </a:r>
          </a:p>
        </p:txBody>
      </p:sp>
      <p:sp>
        <p:nvSpPr>
          <p:cNvPr id="148" name="Google Shape;117;p1"/>
          <p:cNvSpPr txBox="1"/>
          <p:nvPr/>
        </p:nvSpPr>
        <p:spPr>
          <a:xfrm>
            <a:off x="883925" y="6472174"/>
            <a:ext cx="2651750" cy="248266"/>
          </a:xfrm>
          <a:prstGeom prst="rect">
            <a:avLst/>
          </a:prstGeom>
          <a:ln w="12700">
            <a:miter lim="400000"/>
          </a:ln>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lIns="45699" tIns="45699" rIns="45699" bIns="45699" anchor="ctr">
            <a:spAutoFit/>
          </a:bodyPr>
          <a:lstStyle>
            <a:lvl1pPr>
              <a:defRPr sz="1200">
                <a:solidFill>
                  <a:srgbClr val="888888"/>
                </a:solidFill>
                <a:latin typeface="Calibri"/>
                <a:ea typeface="Calibri"/>
                <a:cs typeface="Calibri"/>
                <a:sym typeface="Calibri"/>
              </a:defRPr>
            </a:lvl1pPr>
          </a:lstStyle>
          <a:p>
            <a:r>
              <a:t>03-06-2022</a:t>
            </a:r>
          </a:p>
        </p:txBody>
      </p:sp>
      <p:sp>
        <p:nvSpPr>
          <p:cNvPr id="149" name="Google Shape;119;p1"/>
          <p:cNvSpPr txBox="1">
            <a:spLocks noGrp="1"/>
          </p:cNvSpPr>
          <p:nvPr>
            <p:ph type="sldNum" sz="quarter" idx="2"/>
          </p:nvPr>
        </p:nvSpPr>
        <p:spPr>
          <a:xfrm>
            <a:off x="11172458" y="6472174"/>
            <a:ext cx="181343" cy="24826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1</a:t>
            </a:fld>
            <a:endParaRPr/>
          </a:p>
        </p:txBody>
      </p:sp>
      <p:pic>
        <p:nvPicPr>
          <p:cNvPr id="150" name="Google Shape;120;p1" descr="Google Shape;120;p1"/>
          <p:cNvPicPr>
            <a:picLocks noChangeAspect="1"/>
          </p:cNvPicPr>
          <p:nvPr/>
        </p:nvPicPr>
        <p:blipFill>
          <a:blip r:embed="rId2"/>
          <a:stretch>
            <a:fillRect/>
          </a:stretch>
        </p:blipFill>
        <p:spPr>
          <a:xfrm>
            <a:off x="387876" y="335144"/>
            <a:ext cx="900647" cy="900648"/>
          </a:xfrm>
          <a:prstGeom prst="rect">
            <a:avLst/>
          </a:prstGeom>
          <a:ln w="12700">
            <a:miter lim="400000"/>
          </a:ln>
        </p:spPr>
      </p:pic>
      <p:pic>
        <p:nvPicPr>
          <p:cNvPr id="151" name="Google Shape;121;p1" descr="Google Shape;121;p1"/>
          <p:cNvPicPr>
            <a:picLocks noChangeAspect="1"/>
          </p:cNvPicPr>
          <p:nvPr/>
        </p:nvPicPr>
        <p:blipFill>
          <a:blip r:embed="rId3"/>
          <a:stretch>
            <a:fillRect/>
          </a:stretch>
        </p:blipFill>
        <p:spPr>
          <a:xfrm>
            <a:off x="511399" y="1498849"/>
            <a:ext cx="5937851" cy="4453427"/>
          </a:xfrm>
          <a:prstGeom prst="rect">
            <a:avLst/>
          </a:prstGeom>
          <a:ln w="12700">
            <a:miter lim="400000"/>
          </a:ln>
        </p:spPr>
      </p:pic>
    </p:spTree>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 name="Google Shape;126;p5"/>
          <p:cNvSpPr txBox="1">
            <a:spLocks noGrp="1"/>
          </p:cNvSpPr>
          <p:nvPr>
            <p:ph type="ctrTitle"/>
          </p:nvPr>
        </p:nvSpPr>
        <p:spPr>
          <a:prstGeom prst="rect">
            <a:avLst/>
          </a:prstGeom>
        </p:spPr>
        <p:txBody>
          <a:bodyPr>
            <a:normAutofit fontScale="90000"/>
          </a:bodyPr>
          <a:lstStyle>
            <a:lvl1pPr algn="l"/>
          </a:lstStyle>
          <a:p>
            <a:r>
              <a:rPr lang="en-IN" dirty="0"/>
              <a:t>Blink Access</a:t>
            </a:r>
            <a:br>
              <a:rPr lang="en-IN" dirty="0"/>
            </a:br>
            <a:r>
              <a:rPr lang="en-IN" b="0" dirty="0"/>
              <a:t>Just-In-Time Temporary AWS Credential Vending System</a:t>
            </a:r>
            <a:endParaRPr b="0" dirty="0"/>
          </a:p>
        </p:txBody>
      </p:sp>
      <p:sp>
        <p:nvSpPr>
          <p:cNvPr id="154" name="Google Shape;127;p5"/>
          <p:cNvSpPr txBox="1">
            <a:spLocks noGrp="1"/>
          </p:cNvSpPr>
          <p:nvPr>
            <p:ph type="subTitle" sz="quarter" idx="1"/>
          </p:nvPr>
        </p:nvSpPr>
        <p:spPr>
          <a:xfrm>
            <a:off x="1524000" y="3602037"/>
            <a:ext cx="9144000" cy="1655762"/>
          </a:xfrm>
          <a:prstGeom prst="rect">
            <a:avLst/>
          </a:prstGeom>
        </p:spPr>
        <p:txBody>
          <a:bodyPr/>
          <a:lstStyle/>
          <a:p>
            <a:r>
              <a:rPr dirty="0"/>
              <a:t>CS3532 Project | Region: ap-south-1 (Mumbai)</a:t>
            </a:r>
          </a:p>
        </p:txBody>
      </p:sp>
      <p:sp>
        <p:nvSpPr>
          <p:cNvPr id="155" name="Google Shape;128;p5"/>
          <p:cNvSpPr txBox="1">
            <a:spLocks noGrp="1"/>
          </p:cNvSpPr>
          <p:nvPr>
            <p:ph type="sldNum" sz="quarter" idx="2"/>
          </p:nvPr>
        </p:nvSpPr>
        <p:spPr>
          <a:xfrm>
            <a:off x="11172458" y="6472174"/>
            <a:ext cx="181343" cy="24826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2</a:t>
            </a:fld>
            <a:endParaRPr/>
          </a:p>
        </p:txBody>
      </p:sp>
    </p:spTree>
  </p:cSld>
  <p:clrMapOvr>
    <a:masterClrMapping/>
  </p:clrMapOvr>
  <p:transition spd="med"/>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7" name="Google Shape;133;p2"/>
          <p:cNvSpPr txBox="1">
            <a:spLocks noGrp="1"/>
          </p:cNvSpPr>
          <p:nvPr>
            <p:ph type="title"/>
          </p:nvPr>
        </p:nvSpPr>
        <p:spPr>
          <a:xfrm>
            <a:off x="609599" y="-1"/>
            <a:ext cx="8858402" cy="829802"/>
          </a:xfrm>
          <a:prstGeom prst="rect">
            <a:avLst/>
          </a:prstGeom>
        </p:spPr>
        <p:txBody>
          <a:bodyPr/>
          <a:lstStyle>
            <a:lvl1pPr>
              <a:defRPr sz="3500"/>
            </a:lvl1pPr>
          </a:lstStyle>
          <a:p>
            <a:r>
              <a:t>Introduction</a:t>
            </a:r>
          </a:p>
        </p:txBody>
      </p:sp>
      <p:sp>
        <p:nvSpPr>
          <p:cNvPr id="158" name="Google Shape;134;p2"/>
          <p:cNvSpPr txBox="1">
            <a:spLocks noGrp="1"/>
          </p:cNvSpPr>
          <p:nvPr>
            <p:ph type="body" idx="1"/>
          </p:nvPr>
        </p:nvSpPr>
        <p:spPr>
          <a:xfrm>
            <a:off x="533399" y="987425"/>
            <a:ext cx="11053202" cy="5364901"/>
          </a:xfrm>
          <a:prstGeom prst="rect">
            <a:avLst/>
          </a:prstGeom>
        </p:spPr>
        <p:txBody>
          <a:bodyPr>
            <a:normAutofit/>
          </a:bodyPr>
          <a:lstStyle/>
          <a:p>
            <a:pPr marL="228600" indent="0">
              <a:spcBef>
                <a:spcPts val="0"/>
              </a:spcBef>
              <a:buSzPts val="1800"/>
              <a:buNone/>
              <a:defRPr sz="1800"/>
            </a:pPr>
            <a:r>
              <a:rPr lang="en-IN" sz="2400" b="1" dirty="0"/>
              <a:t>What is JIT Access?</a:t>
            </a:r>
          </a:p>
          <a:p>
            <a:pPr marL="228600" indent="0">
              <a:spcBef>
                <a:spcPts val="0"/>
              </a:spcBef>
              <a:buSzPts val="1800"/>
              <a:buNone/>
              <a:defRPr sz="1800"/>
            </a:pPr>
            <a:endParaRPr lang="en-IN" sz="2400" b="1" dirty="0"/>
          </a:p>
          <a:p>
            <a:pPr marL="228600" indent="0">
              <a:spcBef>
                <a:spcPts val="0"/>
              </a:spcBef>
              <a:buSzPts val="1800"/>
              <a:buNone/>
              <a:defRPr sz="1800"/>
            </a:pPr>
            <a:r>
              <a:rPr lang="en-IN" sz="1800" dirty="0"/>
              <a:t>Just-In-Time (JIT) Access is a cloud security principle where users receive temporary, scoped credentials only when they need them — and only for as long as they need them.</a:t>
            </a:r>
          </a:p>
          <a:p>
            <a:pPr marL="228600" indent="0">
              <a:spcBef>
                <a:spcPts val="0"/>
              </a:spcBef>
              <a:buSzPts val="1800"/>
              <a:buNone/>
              <a:defRPr sz="1800"/>
            </a:pPr>
            <a:endParaRPr lang="en-IN" sz="1800" dirty="0"/>
          </a:p>
          <a:p>
            <a:pPr marL="228600" indent="0">
              <a:spcBef>
                <a:spcPts val="0"/>
              </a:spcBef>
              <a:buSzPts val="1800"/>
              <a:buNone/>
              <a:defRPr sz="1800"/>
            </a:pPr>
            <a:r>
              <a:rPr lang="en-IN" sz="1800" b="1" dirty="0"/>
              <a:t>The Problem We Solved:</a:t>
            </a:r>
          </a:p>
          <a:p>
            <a:pPr marL="228600" indent="0">
              <a:spcBef>
                <a:spcPts val="0"/>
              </a:spcBef>
              <a:buSzPts val="1800"/>
              <a:buNone/>
              <a:defRPr sz="1800"/>
            </a:pPr>
            <a:r>
              <a:rPr lang="en-IN" sz="1800" dirty="0"/>
              <a:t>Traditional IAM gives permanent credentials to developers. This creates security risks — leaked credentials, over-provisioned access, no audit trail, and forgotten permissions after offboarding.</a:t>
            </a:r>
          </a:p>
          <a:p>
            <a:pPr marL="228600" indent="0">
              <a:spcBef>
                <a:spcPts val="0"/>
              </a:spcBef>
              <a:buSzPts val="1800"/>
              <a:buNone/>
              <a:defRPr sz="1800"/>
            </a:pPr>
            <a:endParaRPr lang="en-IN" sz="1800" dirty="0"/>
          </a:p>
          <a:p>
            <a:pPr marL="228600" indent="0">
              <a:spcBef>
                <a:spcPts val="0"/>
              </a:spcBef>
              <a:buSzPts val="1800"/>
              <a:buNone/>
              <a:defRPr sz="1800"/>
            </a:pPr>
            <a:r>
              <a:rPr lang="en-IN" sz="1800" b="1" dirty="0"/>
              <a:t>Our Solution:</a:t>
            </a:r>
          </a:p>
          <a:p>
            <a:pPr marL="228600" indent="0">
              <a:spcBef>
                <a:spcPts val="0"/>
              </a:spcBef>
              <a:buSzPts val="1800"/>
              <a:buNone/>
              <a:defRPr sz="1800"/>
            </a:pPr>
            <a:r>
              <a:rPr lang="en-IN" sz="1800" dirty="0"/>
              <a:t>A web portal where authenticated users request temporary AWS credentials for specific resources. Credentials auto-expire. Every request is logged. No permanent access exists.</a:t>
            </a:r>
            <a:endParaRPr sz="1800" dirty="0"/>
          </a:p>
        </p:txBody>
      </p:sp>
      <p:sp>
        <p:nvSpPr>
          <p:cNvPr id="159" name="Google Shape;135;p2"/>
          <p:cNvSpPr txBox="1">
            <a:spLocks noGrp="1"/>
          </p:cNvSpPr>
          <p:nvPr>
            <p:ph type="sldNum" sz="quarter" idx="2"/>
          </p:nvPr>
        </p:nvSpPr>
        <p:spPr>
          <a:xfrm>
            <a:off x="11172458" y="6472174"/>
            <a:ext cx="181343" cy="24826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3</a:t>
            </a:fld>
            <a:endParaRPr/>
          </a:p>
        </p:txBody>
      </p:sp>
    </p:spTree>
  </p:cSld>
  <p:clrMapOvr>
    <a:masterClrMapping/>
  </p:clrMapOvr>
  <p:transition spd="med"/>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6" name="Google Shape;147;g340ec258bed_0_0"/>
          <p:cNvSpPr txBox="1">
            <a:spLocks noGrp="1"/>
          </p:cNvSpPr>
          <p:nvPr>
            <p:ph type="title"/>
          </p:nvPr>
        </p:nvSpPr>
        <p:spPr>
          <a:xfrm>
            <a:off x="609599" y="-1"/>
            <a:ext cx="8858402" cy="829802"/>
          </a:xfrm>
          <a:prstGeom prst="rect">
            <a:avLst/>
          </a:prstGeom>
        </p:spPr>
        <p:txBody>
          <a:bodyPr/>
          <a:lstStyle>
            <a:lvl1pPr>
              <a:defRPr sz="3500"/>
            </a:lvl1pPr>
          </a:lstStyle>
          <a:p>
            <a:r>
              <a:rPr dirty="0"/>
              <a:t>Features</a:t>
            </a:r>
          </a:p>
        </p:txBody>
      </p:sp>
      <p:sp>
        <p:nvSpPr>
          <p:cNvPr id="167" name="Google Shape;148;g340ec258bed_0_0"/>
          <p:cNvSpPr txBox="1">
            <a:spLocks noGrp="1"/>
          </p:cNvSpPr>
          <p:nvPr>
            <p:ph type="body" idx="1"/>
          </p:nvPr>
        </p:nvSpPr>
        <p:spPr>
          <a:xfrm>
            <a:off x="533399" y="987425"/>
            <a:ext cx="11053202" cy="5364901"/>
          </a:xfrm>
          <a:prstGeom prst="rect">
            <a:avLst/>
          </a:prstGeom>
        </p:spPr>
        <p:txBody>
          <a:bodyPr>
            <a:normAutofit fontScale="92500"/>
          </a:bodyPr>
          <a:lstStyle/>
          <a:p>
            <a:pPr marL="0" indent="0">
              <a:spcBef>
                <a:spcPts val="0"/>
              </a:spcBef>
              <a:buSzTx/>
              <a:buNone/>
              <a:defRPr sz="2000" b="1"/>
            </a:pPr>
            <a:endParaRPr lang="en-IN" dirty="0"/>
          </a:p>
          <a:p>
            <a:pPr marL="342900" indent="-342900">
              <a:spcBef>
                <a:spcPts val="0"/>
              </a:spcBef>
              <a:buSzTx/>
              <a:defRPr sz="2000" b="1"/>
            </a:pPr>
            <a:r>
              <a:rPr lang="en-IN" sz="3200" dirty="0"/>
              <a:t>Secure Authentication — Cognito-based login, no anonymous access</a:t>
            </a:r>
          </a:p>
          <a:p>
            <a:pPr marL="342900" indent="-342900">
              <a:spcBef>
                <a:spcPts val="0"/>
              </a:spcBef>
              <a:buSzTx/>
              <a:defRPr sz="2000" b="1"/>
            </a:pPr>
            <a:r>
              <a:rPr lang="en-IN" sz="3200" dirty="0"/>
              <a:t>Resource-Scoped Access — S3, DynamoDB, or EC2 — one at a time</a:t>
            </a:r>
          </a:p>
          <a:p>
            <a:pPr marL="342900" indent="-342900">
              <a:spcBef>
                <a:spcPts val="0"/>
              </a:spcBef>
              <a:buSzTx/>
              <a:defRPr sz="2000" b="1"/>
            </a:pPr>
            <a:r>
              <a:rPr lang="en-IN" sz="3200" dirty="0"/>
              <a:t>Time-Bound Credentials — 15, 30, or 60 minute TTL</a:t>
            </a:r>
          </a:p>
          <a:p>
            <a:pPr marL="342900" indent="-342900">
              <a:spcBef>
                <a:spcPts val="0"/>
              </a:spcBef>
              <a:buSzTx/>
              <a:defRPr sz="2000" b="1"/>
            </a:pPr>
            <a:r>
              <a:rPr lang="en-IN" sz="3200" dirty="0"/>
              <a:t>Live Countdown Timer — users see exactly when access expires</a:t>
            </a:r>
          </a:p>
          <a:p>
            <a:pPr marL="342900" indent="-342900">
              <a:spcBef>
                <a:spcPts val="0"/>
              </a:spcBef>
              <a:buSzTx/>
              <a:defRPr sz="2000" b="1"/>
            </a:pPr>
            <a:r>
              <a:rPr lang="en-IN" sz="3200" dirty="0"/>
              <a:t>Auto Revocation — expired grants marked automatically every 5 minutes</a:t>
            </a:r>
          </a:p>
          <a:p>
            <a:pPr marL="342900" indent="-342900">
              <a:spcBef>
                <a:spcPts val="0"/>
              </a:spcBef>
              <a:buSzTx/>
              <a:defRPr sz="2000" b="1"/>
            </a:pPr>
            <a:r>
              <a:rPr lang="en-IN" sz="3200" dirty="0"/>
              <a:t>Full Audit Trail — every request logged with </a:t>
            </a:r>
            <a:r>
              <a:rPr lang="en-IN" sz="3200" dirty="0" err="1"/>
              <a:t>userId</a:t>
            </a:r>
            <a:r>
              <a:rPr lang="en-IN" sz="3200" dirty="0"/>
              <a:t>, resource, duration, timestamp</a:t>
            </a:r>
          </a:p>
          <a:p>
            <a:pPr marL="342900" indent="-342900">
              <a:spcBef>
                <a:spcPts val="0"/>
              </a:spcBef>
              <a:buSzTx/>
              <a:defRPr sz="2000" b="1"/>
            </a:pPr>
            <a:r>
              <a:rPr lang="en-IN" sz="3200" dirty="0"/>
              <a:t>Email Alerts — SNS notification on every grant and revocation</a:t>
            </a:r>
          </a:p>
          <a:p>
            <a:pPr marL="342900" indent="-342900">
              <a:spcBef>
                <a:spcPts val="0"/>
              </a:spcBef>
              <a:buSzTx/>
              <a:defRPr sz="2000" b="1"/>
            </a:pPr>
            <a:r>
              <a:rPr lang="en-IN" sz="3200" dirty="0"/>
              <a:t>Access History — users see all their past and active requests</a:t>
            </a:r>
          </a:p>
        </p:txBody>
      </p:sp>
      <p:sp>
        <p:nvSpPr>
          <p:cNvPr id="168" name="Google Shape;149;g340ec258bed_0_0"/>
          <p:cNvSpPr txBox="1">
            <a:spLocks noGrp="1"/>
          </p:cNvSpPr>
          <p:nvPr>
            <p:ph type="sldNum" sz="quarter" idx="2"/>
          </p:nvPr>
        </p:nvSpPr>
        <p:spPr>
          <a:xfrm>
            <a:off x="11172458" y="6472105"/>
            <a:ext cx="181343" cy="24826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4</a:t>
            </a:fld>
            <a:endParaRPr/>
          </a:p>
        </p:txBody>
      </p:sp>
    </p:spTree>
  </p:cSld>
  <p:clrMapOvr>
    <a:masterClrMapping/>
  </p:clrMapOvr>
  <p:transition spd="med"/>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1" name="Google Shape;140;p3"/>
          <p:cNvSpPr txBox="1">
            <a:spLocks noGrp="1"/>
          </p:cNvSpPr>
          <p:nvPr>
            <p:ph type="title"/>
          </p:nvPr>
        </p:nvSpPr>
        <p:spPr>
          <a:xfrm>
            <a:off x="609599" y="-1"/>
            <a:ext cx="8858402" cy="829802"/>
          </a:xfrm>
          <a:prstGeom prst="rect">
            <a:avLst/>
          </a:prstGeom>
        </p:spPr>
        <p:txBody>
          <a:bodyPr/>
          <a:lstStyle>
            <a:lvl1pPr>
              <a:defRPr sz="2700"/>
            </a:lvl1pPr>
          </a:lstStyle>
          <a:p>
            <a:r>
              <a:rPr dirty="0"/>
              <a:t>Architecture</a:t>
            </a:r>
          </a:p>
        </p:txBody>
      </p:sp>
      <p:sp>
        <p:nvSpPr>
          <p:cNvPr id="163" name="Google Shape;142;p3"/>
          <p:cNvSpPr txBox="1">
            <a:spLocks noGrp="1"/>
          </p:cNvSpPr>
          <p:nvPr>
            <p:ph type="sldNum" sz="quarter" idx="2"/>
          </p:nvPr>
        </p:nvSpPr>
        <p:spPr>
          <a:xfrm>
            <a:off x="11172458" y="6472174"/>
            <a:ext cx="181343" cy="24826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5</a:t>
            </a:fld>
            <a:endParaRPr/>
          </a:p>
        </p:txBody>
      </p:sp>
      <p:pic>
        <p:nvPicPr>
          <p:cNvPr id="3" name="Graphic 2">
            <a:extLst>
              <a:ext uri="{FF2B5EF4-FFF2-40B4-BE49-F238E27FC236}">
                <a16:creationId xmlns:a16="http://schemas.microsoft.com/office/drawing/2014/main" id="{3E68510D-48D5-8459-56F1-3D9284D49B34}"/>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2723999" y="0"/>
            <a:ext cx="6377392" cy="6940103"/>
          </a:xfrm>
          <a:prstGeom prst="rect">
            <a:avLst/>
          </a:prstGeom>
        </p:spPr>
      </p:pic>
    </p:spTree>
  </p:cSld>
  <p:clrMapOvr>
    <a:masterClrMapping/>
  </p:clrMapOvr>
  <p:transition spd="med"/>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0" name="Google Shape;154;g340ec258bed_0_21"/>
          <p:cNvSpPr txBox="1">
            <a:spLocks noGrp="1"/>
          </p:cNvSpPr>
          <p:nvPr>
            <p:ph type="title"/>
          </p:nvPr>
        </p:nvSpPr>
        <p:spPr>
          <a:xfrm>
            <a:off x="609599" y="-1"/>
            <a:ext cx="8858402" cy="829802"/>
          </a:xfrm>
          <a:prstGeom prst="rect">
            <a:avLst/>
          </a:prstGeom>
        </p:spPr>
        <p:txBody>
          <a:bodyPr/>
          <a:lstStyle>
            <a:lvl1pPr>
              <a:defRPr sz="3500"/>
            </a:lvl1pPr>
          </a:lstStyle>
          <a:p>
            <a:r>
              <a:rPr lang="en-IN" b="0" dirty="0"/>
              <a:t>AWS Services Used</a:t>
            </a:r>
            <a:endParaRPr dirty="0"/>
          </a:p>
        </p:txBody>
      </p:sp>
      <p:sp>
        <p:nvSpPr>
          <p:cNvPr id="171" name="Google Shape;155;g340ec258bed_0_21"/>
          <p:cNvSpPr txBox="1">
            <a:spLocks noGrp="1"/>
          </p:cNvSpPr>
          <p:nvPr>
            <p:ph type="body" idx="1"/>
          </p:nvPr>
        </p:nvSpPr>
        <p:spPr>
          <a:xfrm>
            <a:off x="533399" y="987425"/>
            <a:ext cx="11053202" cy="5364901"/>
          </a:xfrm>
          <a:prstGeom prst="rect">
            <a:avLst/>
          </a:prstGeom>
        </p:spPr>
        <p:txBody>
          <a:bodyPr>
            <a:normAutofit fontScale="92500" lnSpcReduction="20000"/>
          </a:bodyPr>
          <a:lstStyle/>
          <a:p>
            <a:pPr marL="228600" indent="0">
              <a:spcBef>
                <a:spcPts val="0"/>
              </a:spcBef>
              <a:buSzPts val="1800"/>
              <a:buNone/>
              <a:defRPr sz="1800"/>
            </a:pPr>
            <a:r>
              <a:rPr lang="en-IN" sz="2400" b="1" dirty="0"/>
              <a:t>Amazon Cognito</a:t>
            </a:r>
          </a:p>
          <a:p>
            <a:pPr marL="228600" indent="0">
              <a:spcBef>
                <a:spcPts val="0"/>
              </a:spcBef>
              <a:buSzPts val="1800"/>
              <a:buNone/>
              <a:defRPr sz="1800"/>
            </a:pPr>
            <a:r>
              <a:rPr lang="en-IN" dirty="0"/>
              <a:t>Handles user authentication. Issues JWT tokens to verify identity before any access is granted. Users cannot request credentials without logging in.</a:t>
            </a:r>
          </a:p>
          <a:p>
            <a:pPr marL="228600" indent="0">
              <a:spcBef>
                <a:spcPts val="0"/>
              </a:spcBef>
              <a:buSzPts val="1800"/>
              <a:buNone/>
              <a:defRPr sz="1800"/>
            </a:pPr>
            <a:endParaRPr lang="en-IN" dirty="0"/>
          </a:p>
          <a:p>
            <a:pPr marL="228600" indent="0">
              <a:spcBef>
                <a:spcPts val="0"/>
              </a:spcBef>
              <a:buSzPts val="1800"/>
              <a:buNone/>
              <a:defRPr sz="1800"/>
            </a:pPr>
            <a:r>
              <a:rPr lang="en-IN" sz="2400" b="1" dirty="0"/>
              <a:t>AWS Lambda</a:t>
            </a:r>
          </a:p>
          <a:p>
            <a:pPr marL="228600" indent="0">
              <a:spcBef>
                <a:spcPts val="0"/>
              </a:spcBef>
              <a:buSzPts val="1800"/>
              <a:buNone/>
              <a:defRPr sz="1800"/>
            </a:pPr>
            <a:r>
              <a:rPr lang="en-IN" dirty="0"/>
              <a:t>Three serverless functions power the backend — </a:t>
            </a:r>
            <a:r>
              <a:rPr lang="en-IN" dirty="0" err="1"/>
              <a:t>request_access</a:t>
            </a:r>
            <a:r>
              <a:rPr lang="en-IN" dirty="0"/>
              <a:t> issues credentials, </a:t>
            </a:r>
            <a:r>
              <a:rPr lang="en-IN" dirty="0" err="1"/>
              <a:t>list_requests</a:t>
            </a:r>
            <a:r>
              <a:rPr lang="en-IN" dirty="0"/>
              <a:t> fetches history, </a:t>
            </a:r>
            <a:r>
              <a:rPr lang="en-IN" dirty="0" err="1"/>
              <a:t>revoke_expired</a:t>
            </a:r>
            <a:r>
              <a:rPr lang="en-IN" dirty="0"/>
              <a:t> auto-expires grants on a 5-minute schedule.</a:t>
            </a:r>
          </a:p>
          <a:p>
            <a:pPr marL="228600" indent="0">
              <a:spcBef>
                <a:spcPts val="0"/>
              </a:spcBef>
              <a:buSzPts val="1800"/>
              <a:buNone/>
              <a:defRPr sz="1800"/>
            </a:pPr>
            <a:endParaRPr lang="en-IN" dirty="0"/>
          </a:p>
          <a:p>
            <a:pPr marL="228600" indent="0">
              <a:spcBef>
                <a:spcPts val="0"/>
              </a:spcBef>
              <a:buSzPts val="1800"/>
              <a:buNone/>
              <a:defRPr sz="1800"/>
            </a:pPr>
            <a:r>
              <a:rPr lang="en-IN" sz="2600" b="1" dirty="0"/>
              <a:t>Amazon API Gateway</a:t>
            </a:r>
          </a:p>
          <a:p>
            <a:pPr marL="228600" indent="0">
              <a:spcBef>
                <a:spcPts val="0"/>
              </a:spcBef>
              <a:buSzPts val="1800"/>
              <a:buNone/>
              <a:defRPr sz="1800"/>
            </a:pPr>
            <a:r>
              <a:rPr lang="en-IN" dirty="0"/>
              <a:t>REST API that connects the React frontend to Lambda functions. Exposes /request (POST) and /requests (GET) endpoints.</a:t>
            </a:r>
          </a:p>
          <a:p>
            <a:pPr marL="228600" indent="0">
              <a:spcBef>
                <a:spcPts val="0"/>
              </a:spcBef>
              <a:buSzPts val="1800"/>
              <a:buNone/>
              <a:defRPr sz="1800"/>
            </a:pPr>
            <a:r>
              <a:rPr lang="en-IN" dirty="0"/>
              <a:t>AWS STS (Security Token Service)</a:t>
            </a:r>
          </a:p>
          <a:p>
            <a:pPr marL="228600" indent="0">
              <a:spcBef>
                <a:spcPts val="0"/>
              </a:spcBef>
              <a:buSzPts val="1800"/>
              <a:buNone/>
              <a:defRPr sz="1800"/>
            </a:pPr>
            <a:r>
              <a:rPr lang="en-IN" dirty="0"/>
              <a:t>The core of JIT. Lambda assumes scoped IAM roles via STS and returns temporary credentials with a defined expiry time.</a:t>
            </a:r>
          </a:p>
          <a:p>
            <a:pPr marL="228600" indent="0">
              <a:spcBef>
                <a:spcPts val="0"/>
              </a:spcBef>
              <a:buSzPts val="1800"/>
              <a:buNone/>
              <a:defRPr sz="1800"/>
            </a:pPr>
            <a:endParaRPr lang="en-IN" dirty="0"/>
          </a:p>
          <a:p>
            <a:pPr marL="228600" indent="0">
              <a:spcBef>
                <a:spcPts val="0"/>
              </a:spcBef>
              <a:buSzPts val="1800"/>
              <a:buNone/>
              <a:defRPr sz="1800"/>
            </a:pPr>
            <a:r>
              <a:rPr lang="en-IN" sz="2600" b="1" dirty="0"/>
              <a:t>Amazon DynamoDB</a:t>
            </a:r>
          </a:p>
          <a:p>
            <a:pPr marL="228600" indent="0">
              <a:spcBef>
                <a:spcPts val="0"/>
              </a:spcBef>
              <a:buSzPts val="1800"/>
              <a:buNone/>
              <a:defRPr sz="1800"/>
            </a:pPr>
            <a:r>
              <a:rPr lang="en-IN" dirty="0"/>
              <a:t>Two tables — </a:t>
            </a:r>
            <a:r>
              <a:rPr lang="en-IN" dirty="0" err="1"/>
              <a:t>AccessRequests</a:t>
            </a:r>
            <a:r>
              <a:rPr lang="en-IN" dirty="0"/>
              <a:t> stores every credential grant with status and expiry. </a:t>
            </a:r>
            <a:r>
              <a:rPr lang="en-IN" dirty="0" err="1"/>
              <a:t>AccessPolicies</a:t>
            </a:r>
            <a:r>
              <a:rPr lang="en-IN" dirty="0"/>
              <a:t> defines allowed resources and maximum durations.</a:t>
            </a:r>
          </a:p>
          <a:p>
            <a:pPr marL="228600" indent="0">
              <a:spcBef>
                <a:spcPts val="0"/>
              </a:spcBef>
              <a:buSzPts val="1800"/>
              <a:buNone/>
              <a:defRPr sz="1800"/>
            </a:pPr>
            <a:endParaRPr lang="en-IN" dirty="0"/>
          </a:p>
          <a:p>
            <a:pPr marL="228600" indent="0">
              <a:spcBef>
                <a:spcPts val="0"/>
              </a:spcBef>
              <a:buSzPts val="1800"/>
              <a:buNone/>
              <a:defRPr sz="1800"/>
            </a:pPr>
            <a:r>
              <a:rPr lang="en-IN" sz="2600" b="1" dirty="0"/>
              <a:t>Amazon SNS</a:t>
            </a:r>
          </a:p>
          <a:p>
            <a:pPr marL="228600" indent="0">
              <a:spcBef>
                <a:spcPts val="0"/>
              </a:spcBef>
              <a:buSzPts val="1800"/>
              <a:buNone/>
              <a:defRPr sz="1800"/>
            </a:pPr>
            <a:r>
              <a:rPr lang="en-IN" dirty="0"/>
              <a:t>Sends email alerts to the admin whenever access is granted or auto-revoked.</a:t>
            </a:r>
          </a:p>
          <a:p>
            <a:pPr marL="228600" indent="0">
              <a:spcBef>
                <a:spcPts val="0"/>
              </a:spcBef>
              <a:buSzPts val="1800"/>
              <a:buNone/>
              <a:defRPr sz="1800"/>
            </a:pPr>
            <a:endParaRPr lang="en-IN" dirty="0"/>
          </a:p>
          <a:p>
            <a:pPr marL="228600" indent="0">
              <a:spcBef>
                <a:spcPts val="0"/>
              </a:spcBef>
              <a:buSzPts val="1800"/>
              <a:buNone/>
              <a:defRPr sz="1800"/>
            </a:pPr>
            <a:r>
              <a:rPr lang="en-IN" sz="2600" b="1" dirty="0"/>
              <a:t>Amazon CloudWatch</a:t>
            </a:r>
          </a:p>
          <a:p>
            <a:pPr marL="228600" indent="0">
              <a:spcBef>
                <a:spcPts val="0"/>
              </a:spcBef>
              <a:buSzPts val="1800"/>
              <a:buNone/>
              <a:defRPr sz="1800"/>
            </a:pPr>
            <a:r>
              <a:rPr lang="en-IN" dirty="0"/>
              <a:t>Triggers the </a:t>
            </a:r>
            <a:r>
              <a:rPr lang="en-IN" dirty="0" err="1"/>
              <a:t>revoke_expired</a:t>
            </a:r>
            <a:r>
              <a:rPr lang="en-IN" dirty="0"/>
              <a:t> Lambda every 5 minutes via a scheduled rule.</a:t>
            </a:r>
          </a:p>
          <a:p>
            <a:pPr marL="228600" indent="0">
              <a:spcBef>
                <a:spcPts val="0"/>
              </a:spcBef>
              <a:buSzPts val="1800"/>
              <a:buNone/>
              <a:defRPr sz="1800"/>
            </a:pPr>
            <a:endParaRPr lang="en-IN" dirty="0"/>
          </a:p>
          <a:p>
            <a:pPr marL="228600" indent="0">
              <a:spcBef>
                <a:spcPts val="0"/>
              </a:spcBef>
              <a:buSzPts val="1800"/>
              <a:buNone/>
              <a:defRPr sz="1800"/>
            </a:pPr>
            <a:r>
              <a:rPr lang="en-IN" sz="2600" b="1" dirty="0"/>
              <a:t>IAM Roles</a:t>
            </a:r>
          </a:p>
          <a:p>
            <a:pPr marL="228600" indent="0">
              <a:spcBef>
                <a:spcPts val="0"/>
              </a:spcBef>
              <a:buSzPts val="1800"/>
              <a:buNone/>
              <a:defRPr sz="1800"/>
            </a:pPr>
            <a:r>
              <a:rPr lang="en-IN" dirty="0"/>
              <a:t>Three scoped roles — S3WriteOnlyRole, </a:t>
            </a:r>
            <a:r>
              <a:rPr lang="en-IN" dirty="0" err="1"/>
              <a:t>DynamoReadOnlyRole</a:t>
            </a:r>
            <a:r>
              <a:rPr lang="en-IN" dirty="0"/>
              <a:t>, EC2ReadOnlyRole — each with minimum permissions for one specific resource.</a:t>
            </a:r>
          </a:p>
          <a:p>
            <a:pPr marL="0" indent="0">
              <a:spcBef>
                <a:spcPts val="0"/>
              </a:spcBef>
              <a:buSzTx/>
              <a:buNone/>
              <a:defRPr sz="1900" b="1"/>
            </a:pPr>
            <a:endParaRPr dirty="0"/>
          </a:p>
        </p:txBody>
      </p:sp>
      <p:sp>
        <p:nvSpPr>
          <p:cNvPr id="172" name="Google Shape;156;g340ec258bed_0_21"/>
          <p:cNvSpPr txBox="1">
            <a:spLocks noGrp="1"/>
          </p:cNvSpPr>
          <p:nvPr>
            <p:ph type="sldNum" sz="quarter" idx="2"/>
          </p:nvPr>
        </p:nvSpPr>
        <p:spPr>
          <a:xfrm>
            <a:off x="11172458" y="6472105"/>
            <a:ext cx="181343" cy="24826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rPr/>
              <a:t>6</a:t>
            </a:fld>
            <a:endParaRPr/>
          </a:p>
        </p:txBody>
      </p:sp>
    </p:spTree>
  </p:cSld>
  <p:clrMapOvr>
    <a:masterClrMapping/>
  </p:clrMapOvr>
  <p:transition spd="med"/>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9CC8A1-960E-EBD5-93D6-03818B46328A}"/>
              </a:ext>
            </a:extLst>
          </p:cNvPr>
          <p:cNvSpPr>
            <a:spLocks noGrp="1"/>
          </p:cNvSpPr>
          <p:nvPr>
            <p:ph type="title"/>
          </p:nvPr>
        </p:nvSpPr>
        <p:spPr/>
        <p:txBody>
          <a:bodyPr/>
          <a:lstStyle/>
          <a:p>
            <a:r>
              <a:rPr lang="en-IN" b="0" dirty="0"/>
              <a:t>Tech Stack</a:t>
            </a:r>
            <a:endParaRPr lang="en-US" dirty="0"/>
          </a:p>
        </p:txBody>
      </p:sp>
      <p:sp>
        <p:nvSpPr>
          <p:cNvPr id="3" name="Text Placeholder 2">
            <a:extLst>
              <a:ext uri="{FF2B5EF4-FFF2-40B4-BE49-F238E27FC236}">
                <a16:creationId xmlns:a16="http://schemas.microsoft.com/office/drawing/2014/main" id="{CF9C71E2-3325-8FCF-0170-7738F3721122}"/>
              </a:ext>
            </a:extLst>
          </p:cNvPr>
          <p:cNvSpPr>
            <a:spLocks noGrp="1"/>
          </p:cNvSpPr>
          <p:nvPr>
            <p:ph type="body" idx="1"/>
          </p:nvPr>
        </p:nvSpPr>
        <p:spPr/>
        <p:txBody>
          <a:bodyPr/>
          <a:lstStyle/>
          <a:p>
            <a:r>
              <a:rPr lang="en-US" dirty="0"/>
              <a:t>Frontend: React + Vite + AWS Amplify v5</a:t>
            </a:r>
          </a:p>
          <a:p>
            <a:r>
              <a:rPr lang="en-US" dirty="0"/>
              <a:t>Backend: Python 3.12 Lambda functions</a:t>
            </a:r>
          </a:p>
          <a:p>
            <a:r>
              <a:rPr lang="en-US" dirty="0"/>
              <a:t>Auth: Amazon Cognito User Pool</a:t>
            </a:r>
          </a:p>
          <a:p>
            <a:r>
              <a:rPr lang="en-US" dirty="0"/>
              <a:t>API: REST API Gateway with Lambda Proxy integration</a:t>
            </a:r>
          </a:p>
          <a:p>
            <a:r>
              <a:rPr lang="en-US" dirty="0"/>
              <a:t>Database: DynamoDB On-Demand</a:t>
            </a:r>
          </a:p>
          <a:p>
            <a:r>
              <a:rPr lang="en-US" dirty="0"/>
              <a:t>Credential Vending: AWS STS </a:t>
            </a:r>
            <a:r>
              <a:rPr lang="en-US" dirty="0" err="1"/>
              <a:t>AssumeRole</a:t>
            </a:r>
            <a:endParaRPr lang="en-US" dirty="0"/>
          </a:p>
        </p:txBody>
      </p:sp>
    </p:spTree>
    <p:extLst>
      <p:ext uri="{BB962C8B-B14F-4D97-AF65-F5344CB8AC3E}">
        <p14:creationId xmlns:p14="http://schemas.microsoft.com/office/powerpoint/2010/main" val="1827595299"/>
      </p:ext>
    </p:extLst>
  </p:cSld>
  <p:clrMapOvr>
    <a:masterClrMapping/>
  </p:clrMapOvr>
  <p:transition spd="med"/>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289E66-7C7C-CB34-C9C5-BFB9556674FE}"/>
              </a:ext>
            </a:extLst>
          </p:cNvPr>
          <p:cNvSpPr>
            <a:spLocks noGrp="1"/>
          </p:cNvSpPr>
          <p:nvPr>
            <p:ph type="title"/>
          </p:nvPr>
        </p:nvSpPr>
        <p:spPr/>
        <p:txBody>
          <a:bodyPr/>
          <a:lstStyle/>
          <a:p>
            <a:r>
              <a:rPr lang="en-US" dirty="0"/>
              <a:t>Results &amp; Free Tier</a:t>
            </a:r>
          </a:p>
        </p:txBody>
      </p:sp>
      <p:sp>
        <p:nvSpPr>
          <p:cNvPr id="3" name="Text Placeholder 2">
            <a:extLst>
              <a:ext uri="{FF2B5EF4-FFF2-40B4-BE49-F238E27FC236}">
                <a16:creationId xmlns:a16="http://schemas.microsoft.com/office/drawing/2014/main" id="{DC9CAE07-301B-2BAB-3305-7EEE971F20C9}"/>
              </a:ext>
            </a:extLst>
          </p:cNvPr>
          <p:cNvSpPr>
            <a:spLocks noGrp="1"/>
          </p:cNvSpPr>
          <p:nvPr>
            <p:ph type="body" idx="1"/>
          </p:nvPr>
        </p:nvSpPr>
        <p:spPr/>
        <p:txBody>
          <a:bodyPr>
            <a:normAutofit fontScale="77500" lnSpcReduction="20000"/>
          </a:bodyPr>
          <a:lstStyle/>
          <a:p>
            <a:pPr marL="50800" indent="0">
              <a:buNone/>
            </a:pPr>
            <a:r>
              <a:rPr lang="en-US" b="1" dirty="0"/>
              <a:t>What We Achieved:</a:t>
            </a:r>
            <a:endParaRPr lang="en-US" dirty="0"/>
          </a:p>
          <a:p>
            <a:r>
              <a:rPr lang="en-US" dirty="0"/>
              <a:t>Fully functional JIT credential vending system on AWS</a:t>
            </a:r>
          </a:p>
          <a:p>
            <a:r>
              <a:rPr lang="en-US" dirty="0"/>
              <a:t>Users can log in, request scoped temporary credentials, and use them via CLI</a:t>
            </a:r>
          </a:p>
          <a:p>
            <a:r>
              <a:rPr lang="en-US" dirty="0"/>
              <a:t>Credentials expire automatically — verified by testing with AWS CLI</a:t>
            </a:r>
          </a:p>
          <a:p>
            <a:r>
              <a:rPr lang="en-US" dirty="0"/>
              <a:t>Access history tracked and displayed in real time</a:t>
            </a:r>
          </a:p>
          <a:p>
            <a:r>
              <a:rPr lang="en-US" dirty="0"/>
              <a:t>Email alerts working via SNS on every grant</a:t>
            </a:r>
          </a:p>
          <a:p>
            <a:pPr marL="50800" indent="0">
              <a:buNone/>
            </a:pPr>
            <a:endParaRPr lang="en-US" dirty="0"/>
          </a:p>
          <a:p>
            <a:pPr marL="50800" indent="0">
              <a:buNone/>
            </a:pPr>
            <a:r>
              <a:rPr lang="en-US" b="1" dirty="0"/>
              <a:t>Demonstrated JIT in Action:</a:t>
            </a:r>
            <a:endParaRPr lang="en-US" dirty="0"/>
          </a:p>
          <a:p>
            <a:pPr marL="50800" indent="0">
              <a:buNone/>
            </a:pPr>
            <a:r>
              <a:rPr lang="en-US" dirty="0"/>
              <a:t>Requested DynamoDB access → exported credentials to CLI → ran </a:t>
            </a:r>
            <a:r>
              <a:rPr lang="en-US" dirty="0" err="1"/>
              <a:t>aws</a:t>
            </a:r>
            <a:r>
              <a:rPr lang="en-US" dirty="0"/>
              <a:t> </a:t>
            </a:r>
            <a:r>
              <a:rPr lang="en-US" dirty="0" err="1"/>
              <a:t>sts</a:t>
            </a:r>
            <a:r>
              <a:rPr lang="en-US" dirty="0"/>
              <a:t> get-caller-identity → confirmed assumed role was </a:t>
            </a:r>
            <a:r>
              <a:rPr lang="en-US" dirty="0" err="1"/>
              <a:t>DynamoReadOnlyRole</a:t>
            </a:r>
            <a:endParaRPr lang="en-US" dirty="0"/>
          </a:p>
          <a:p>
            <a:pPr marL="50800" indent="0">
              <a:buNone/>
            </a:pPr>
            <a:r>
              <a:rPr lang="en-US" dirty="0"/>
              <a:t>Attempted S3 access with DynamoDB credentials → got </a:t>
            </a:r>
            <a:r>
              <a:rPr lang="en-US" dirty="0" err="1"/>
              <a:t>AccessDenied</a:t>
            </a:r>
            <a:r>
              <a:rPr lang="en-US" dirty="0"/>
              <a:t> — proving scoping works</a:t>
            </a:r>
          </a:p>
          <a:p>
            <a:pPr marL="50800" indent="0">
              <a:buNone/>
            </a:pPr>
            <a:r>
              <a:rPr lang="en-US" dirty="0"/>
              <a:t>Attempted </a:t>
            </a:r>
            <a:r>
              <a:rPr lang="en-US" dirty="0" err="1"/>
              <a:t>dynamodb:Scan</a:t>
            </a:r>
            <a:r>
              <a:rPr lang="en-US" dirty="0"/>
              <a:t> with read-only role → got </a:t>
            </a:r>
            <a:r>
              <a:rPr lang="en-US" dirty="0" err="1"/>
              <a:t>AccessDenied</a:t>
            </a:r>
            <a:r>
              <a:rPr lang="en-US" dirty="0"/>
              <a:t> — proving least privilege works</a:t>
            </a:r>
          </a:p>
          <a:p>
            <a:pPr marL="50800" indent="0">
              <a:buNone/>
            </a:pPr>
            <a:endParaRPr lang="en-US" dirty="0"/>
          </a:p>
          <a:p>
            <a:pPr marL="50800" indent="0">
              <a:buNone/>
            </a:pPr>
            <a:r>
              <a:rPr lang="en-US" dirty="0"/>
              <a:t>E</a:t>
            </a:r>
            <a:r>
              <a:rPr lang="en-US" b="1" dirty="0"/>
              <a:t>ntire project runs within AWS Free Tier at $0/month.</a:t>
            </a:r>
          </a:p>
        </p:txBody>
      </p:sp>
    </p:spTree>
    <p:extLst>
      <p:ext uri="{BB962C8B-B14F-4D97-AF65-F5344CB8AC3E}">
        <p14:creationId xmlns:p14="http://schemas.microsoft.com/office/powerpoint/2010/main" val="2367905906"/>
      </p:ext>
    </p:extLst>
  </p:cSld>
  <p:clrMapOvr>
    <a:masterClrMapping/>
  </p:clrMapOvr>
  <p:transition spd="med"/>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F497A20-796E-8F2C-EF1E-FB689F0EB91F}"/>
              </a:ext>
            </a:extLst>
          </p:cNvPr>
          <p:cNvSpPr>
            <a:spLocks noGrp="1"/>
          </p:cNvSpPr>
          <p:nvPr>
            <p:ph type="title"/>
          </p:nvPr>
        </p:nvSpPr>
        <p:spPr/>
        <p:txBody>
          <a:bodyPr/>
          <a:lstStyle/>
          <a:p>
            <a:r>
              <a:rPr lang="en-IN" b="0" dirty="0"/>
              <a:t>Key Learnings</a:t>
            </a:r>
            <a:endParaRPr lang="en-US" dirty="0"/>
          </a:p>
        </p:txBody>
      </p:sp>
      <p:sp>
        <p:nvSpPr>
          <p:cNvPr id="3" name="Text Placeholder 2">
            <a:extLst>
              <a:ext uri="{FF2B5EF4-FFF2-40B4-BE49-F238E27FC236}">
                <a16:creationId xmlns:a16="http://schemas.microsoft.com/office/drawing/2014/main" id="{0750947A-8D93-C63F-4985-C633C07F97AE}"/>
              </a:ext>
            </a:extLst>
          </p:cNvPr>
          <p:cNvSpPr>
            <a:spLocks noGrp="1"/>
          </p:cNvSpPr>
          <p:nvPr>
            <p:ph type="body" idx="1"/>
          </p:nvPr>
        </p:nvSpPr>
        <p:spPr/>
        <p:txBody>
          <a:bodyPr/>
          <a:lstStyle/>
          <a:p>
            <a:r>
              <a:rPr lang="en-US" b="1" dirty="0"/>
              <a:t>IAM trust policies are separate from permission policies </a:t>
            </a:r>
            <a:r>
              <a:rPr lang="en-US" dirty="0"/>
              <a:t>— a role needs both the right permissions AND the right trust relationship to work</a:t>
            </a:r>
          </a:p>
          <a:p>
            <a:r>
              <a:rPr lang="en-US" b="1" dirty="0"/>
              <a:t>STS is the backbone of temporary access on AWS </a:t>
            </a:r>
            <a:r>
              <a:rPr lang="en-US" dirty="0"/>
              <a:t>— understanding </a:t>
            </a:r>
            <a:r>
              <a:rPr lang="en-US" dirty="0" err="1"/>
              <a:t>AssumeRole</a:t>
            </a:r>
            <a:r>
              <a:rPr lang="en-US" dirty="0"/>
              <a:t> is fundamental to cloud security</a:t>
            </a:r>
          </a:p>
          <a:p>
            <a:r>
              <a:rPr lang="en-IN" b="1" dirty="0"/>
              <a:t>CORS must be re-enabled after every API Gateway deployment</a:t>
            </a:r>
            <a:r>
              <a:rPr lang="en-US" dirty="0"/>
              <a:t>— changes don't apply until redeployed</a:t>
            </a:r>
          </a:p>
          <a:p>
            <a:r>
              <a:rPr lang="en-US" b="1" dirty="0" err="1"/>
              <a:t>Timezone</a:t>
            </a:r>
            <a:r>
              <a:rPr lang="en-US" b="1" dirty="0"/>
              <a:t> handling in JavaScript is critical </a:t>
            </a:r>
            <a:r>
              <a:rPr lang="en-US" dirty="0"/>
              <a:t>— always append Z to UTC timestamps from backends</a:t>
            </a:r>
          </a:p>
        </p:txBody>
      </p:sp>
    </p:spTree>
    <p:extLst>
      <p:ext uri="{BB962C8B-B14F-4D97-AF65-F5344CB8AC3E}">
        <p14:creationId xmlns:p14="http://schemas.microsoft.com/office/powerpoint/2010/main" val="479821805"/>
      </p:ext>
    </p:extLst>
  </p:cSld>
  <p:clrMapOvr>
    <a:masterClrMapping/>
  </p:clrMapOvr>
  <p:transition spd="med"/>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5DDC5A-4FF7-0569-8FE1-A4E8562B2BCD}"/>
              </a:ext>
            </a:extLst>
          </p:cNvPr>
          <p:cNvSpPr>
            <a:spLocks noGrp="1"/>
          </p:cNvSpPr>
          <p:nvPr>
            <p:ph type="title"/>
          </p:nvPr>
        </p:nvSpPr>
        <p:spPr/>
        <p:txBody>
          <a:bodyPr/>
          <a:lstStyle/>
          <a:p>
            <a:r>
              <a:rPr lang="en-US" dirty="0"/>
              <a:t>Conclusion</a:t>
            </a:r>
          </a:p>
        </p:txBody>
      </p:sp>
      <p:sp>
        <p:nvSpPr>
          <p:cNvPr id="3" name="Text Placeholder 2">
            <a:extLst>
              <a:ext uri="{FF2B5EF4-FFF2-40B4-BE49-F238E27FC236}">
                <a16:creationId xmlns:a16="http://schemas.microsoft.com/office/drawing/2014/main" id="{A49AE1DA-8CD6-D7F2-F720-CA3504FFB4DB}"/>
              </a:ext>
            </a:extLst>
          </p:cNvPr>
          <p:cNvSpPr>
            <a:spLocks noGrp="1"/>
          </p:cNvSpPr>
          <p:nvPr>
            <p:ph type="body" idx="1"/>
          </p:nvPr>
        </p:nvSpPr>
        <p:spPr/>
        <p:txBody>
          <a:bodyPr>
            <a:normAutofit/>
          </a:bodyPr>
          <a:lstStyle/>
          <a:p>
            <a:pPr marL="50800" indent="0">
              <a:buNone/>
            </a:pPr>
            <a:r>
              <a:rPr lang="en-US" dirty="0" err="1"/>
              <a:t>BlinkAccess</a:t>
            </a:r>
            <a:r>
              <a:rPr lang="en-US" dirty="0"/>
              <a:t> solves a real cloud security problem — permanent AWS credentials are dangerous, over-provisioned, and difficult to audit. We built a complete Just-In-Time credential vending system where no one has standing access to anything. Developers request access, receive scoped temporary credentials, complete their work, and credentials expire automatically. Every request is logged, every grant is time-bound, and revocation requires zero manual effort. Built entirely on AWS free tier using Cognito, Lambda, STS, DynamoDB, API Gateway, SNS, and CloudWatch — </a:t>
            </a:r>
            <a:r>
              <a:rPr lang="en-US" dirty="0" err="1"/>
              <a:t>BlinkAccess</a:t>
            </a:r>
            <a:r>
              <a:rPr lang="en-US" dirty="0"/>
              <a:t> demonstrates that enterprise-grade Zero Standing Privilege architecture is achievable by anyone who understands IAM and cloud security fundamentals.</a:t>
            </a:r>
          </a:p>
        </p:txBody>
      </p:sp>
    </p:spTree>
    <p:extLst>
      <p:ext uri="{BB962C8B-B14F-4D97-AF65-F5344CB8AC3E}">
        <p14:creationId xmlns:p14="http://schemas.microsoft.com/office/powerpoint/2010/main" val="3839685429"/>
      </p:ext>
    </p:extLst>
  </p:cSld>
  <p:clrMapOvr>
    <a:masterClrMapping/>
  </p:clrMapOvr>
  <p:transition spd="med"/>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 name="Google Shape;196;p4"/>
          <p:cNvSpPr txBox="1">
            <a:spLocks noGrp="1"/>
          </p:cNvSpPr>
          <p:nvPr>
            <p:ph type="ctrTitle"/>
          </p:nvPr>
        </p:nvSpPr>
        <p:spPr>
          <a:prstGeom prst="rect">
            <a:avLst/>
          </a:prstGeom>
        </p:spPr>
        <p:txBody>
          <a:bodyPr/>
          <a:lstStyle/>
          <a:p>
            <a:r>
              <a:t>Thank you</a:t>
            </a:r>
          </a:p>
        </p:txBody>
      </p:sp>
      <p:sp>
        <p:nvSpPr>
          <p:cNvPr id="195" name="Google Shape;197;p4"/>
          <p:cNvSpPr txBox="1">
            <a:spLocks noGrp="1"/>
          </p:cNvSpPr>
          <p:nvPr>
            <p:ph type="subTitle" sz="quarter" idx="1"/>
          </p:nvPr>
        </p:nvSpPr>
        <p:spPr>
          <a:xfrm>
            <a:off x="1524000" y="3602037"/>
            <a:ext cx="9144000" cy="1655762"/>
          </a:xfrm>
          <a:prstGeom prst="rect">
            <a:avLst/>
          </a:prstGeom>
        </p:spPr>
        <p:txBody>
          <a:bodyPr/>
          <a:lstStyle/>
          <a:p>
            <a:endParaRPr/>
          </a:p>
        </p:txBody>
      </p:sp>
      <p:sp>
        <p:nvSpPr>
          <p:cNvPr id="196" name="Google Shape;198;p4"/>
          <p:cNvSpPr txBox="1">
            <a:spLocks noGrp="1"/>
          </p:cNvSpPr>
          <p:nvPr>
            <p:ph type="sldNum" sz="quarter" idx="2"/>
          </p:nvPr>
        </p:nvSpPr>
        <p:spPr>
          <a:xfrm>
            <a:off x="11095216" y="6472174"/>
            <a:ext cx="258584" cy="248266"/>
          </a:xfrm>
          <a:prstGeom prst="rect">
            <a:avLst/>
          </a:prstGeom>
          <a:extLst>
            <a:ext uri="{C572A759-6A51-4108-AA02-DFA0A04FC94B}">
              <ma14:wrappingTextBoxFlag xmlns="" xmlns:m="http://schemas.openxmlformats.org/officeDocument/2006/math" xmlns:a14="http://schemas.microsoft.com/office/drawing/2010/main" xmlns:ma14="http://schemas.microsoft.com/office/mac/drawingml/2011/main" val="1"/>
            </a:ext>
          </a:extLst>
        </p:spPr>
        <p:txBody>
          <a:bodyPr/>
          <a:lstStyle/>
          <a:p>
            <a:fld id="{86CB4B4D-7CA3-9044-876B-883B54F8677D}" type="slidenum">
              <a:t>11</a:t>
            </a:fld>
            <a:endParaRPr/>
          </a:p>
        </p:txBody>
      </p:sp>
    </p:spTree>
  </p:cSld>
  <p:clrMapOvr>
    <a:masterClrMapping/>
  </p:clrMapOvr>
  <p:transition spd="med"/>
</p:sld>
</file>

<file path=ppt/theme/theme1.xml><?xml version="1.0" encoding="utf-8"?>
<a:theme xmlns:a="http://schemas.openxmlformats.org/drawingml/2006/main" name="Office Theme">
  <a:themeElements>
    <a:clrScheme name="Office Theme">
      <a:dk1>
        <a:srgbClr val="000000"/>
      </a:dk1>
      <a:lt1>
        <a:srgbClr val="233039"/>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Office Theme">
  <a:themeElements>
    <a:clrScheme name="Office Theme">
      <a:dk1>
        <a:srgbClr val="000000"/>
      </a:dk1>
      <a:lt1>
        <a:srgbClr val="FFFFFF"/>
      </a:lt1>
      <a:dk2>
        <a:srgbClr val="A7A7A7"/>
      </a:dk2>
      <a:lt2>
        <a:srgbClr val="535353"/>
      </a:lt2>
      <a:accent1>
        <a:srgbClr val="4472C4"/>
      </a:accent1>
      <a:accent2>
        <a:srgbClr val="ED7D31"/>
      </a:accent2>
      <a:accent3>
        <a:srgbClr val="A5A5A5"/>
      </a:accent3>
      <a:accent4>
        <a:srgbClr val="FFC000"/>
      </a:accent4>
      <a:accent5>
        <a:srgbClr val="5B9BD5"/>
      </a:accent5>
      <a:accent6>
        <a:srgbClr val="70AD47"/>
      </a:accent6>
      <a:hlink>
        <a:srgbClr val="0000FF"/>
      </a:hlink>
      <a:folHlink>
        <a:srgbClr val="FF00FF"/>
      </a:folHlink>
    </a:clrScheme>
    <a:fontScheme name="Office Theme">
      <a:majorFont>
        <a:latin typeface="Helvetica"/>
        <a:ea typeface="Helvetica"/>
        <a:cs typeface="Helvetica"/>
      </a:majorFont>
      <a:minorFont>
        <a:latin typeface="Arial"/>
        <a:ea typeface="Arial"/>
        <a:cs typeface="Arial"/>
      </a:minorFont>
    </a:fontScheme>
    <a:fmtScheme name="Office Them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38100" dist="23000" dir="5400000" rotWithShape="0">
              <a:srgbClr val="000000">
                <a:alpha val="35000"/>
              </a:srgbClr>
            </a:outerShdw>
          </a:effectLst>
        </a:effectStyle>
        <a:effectStyle>
          <a:effectLst>
            <a:outerShdw blurRad="38100" dist="23000" dir="5400000" rotWithShape="0">
              <a:srgbClr val="000000">
                <a:alpha val="35000"/>
              </a:srgbClr>
            </a:outerShdw>
          </a:effectLst>
        </a:effectStyle>
        <a:effectStyle>
          <a:effectLst>
            <a:outerShdw blurRad="38100" dist="20000" dir="5400000" rotWithShape="0">
              <a:srgbClr val="000000">
                <a:alpha val="38000"/>
              </a:srgbClr>
            </a:outerShdw>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FFFFFF"/>
        </a:solidFill>
        <a:ln w="25400" cap="flat">
          <a:solidFill>
            <a:schemeClr val="accent1"/>
          </a:solidFill>
          <a:prstDash val="solid"/>
          <a:round/>
        </a:ln>
        <a:effectLst>
          <a:outerShdw blurRad="38100" dist="23000" dir="5400000" rotWithShape="0">
            <a:srgbClr val="000000">
              <a:alpha val="35000"/>
            </a:srgbClr>
          </a:outerShdw>
        </a:effectLst>
        <a:sp3d/>
      </a:spPr>
      <a:bodyPr rot="0" spcFirstLastPara="1" vertOverflow="overflow" horzOverflow="overflow" vert="horz" wrap="square" lIns="45719" tIns="45719" rIns="45719" bIns="45719" numCol="1" spcCol="38100" rtlCol="0" anchor="ctr">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chemeClr val="accent1"/>
          </a:solidFill>
          <a:prstDash val="solid"/>
          <a:round/>
        </a:ln>
        <a:effectLst>
          <a:outerShdw blurRad="38100" dist="20000" dir="5400000" rotWithShape="0">
            <a:srgbClr val="000000">
              <a:alpha val="38000"/>
            </a:srgbClr>
          </a:outerShdw>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45719" tIns="45719" rIns="45719" bIns="45719" numCol="1" spcCol="38100" rtlCol="0" anchor="t">
        <a:spAutoFit/>
      </a:bodyPr>
      <a:lstStyle>
        <a:defPPr marL="0" marR="0" indent="0" algn="l" defTabSz="914400" rtl="0" fontAlgn="auto" latinLnBrk="0" hangingPunct="0">
          <a:lnSpc>
            <a:spcPct val="100000"/>
          </a:lnSpc>
          <a:spcBef>
            <a:spcPts val="0"/>
          </a:spcBef>
          <a:spcAft>
            <a:spcPts val="0"/>
          </a:spcAft>
          <a:buClrTx/>
          <a:buSzTx/>
          <a:buFontTx/>
          <a:buNone/>
          <a:tabLst/>
          <a:defRPr kumimoji="0" sz="1400" b="0" i="0" u="none" strike="noStrike" cap="none" spc="0" normalizeH="0" baseline="0">
            <a:ln>
              <a:noFill/>
            </a:ln>
            <a:solidFill>
              <a:srgbClr val="000000"/>
            </a:solidFill>
            <a:effectLst/>
            <a:uFillTx/>
            <a:latin typeface="+mn-lt"/>
            <a:ea typeface="+mn-ea"/>
            <a:cs typeface="+mn-cs"/>
            <a:sym typeface="Arial"/>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docProps/app.xml><?xml version="1.0" encoding="utf-8"?>
<Properties xmlns="http://schemas.openxmlformats.org/officeDocument/2006/extended-properties" xmlns:vt="http://schemas.openxmlformats.org/officeDocument/2006/docPropsVTypes">
  <TotalTime>1087</TotalTime>
  <Words>776</Words>
  <Application>Microsoft Macintosh PowerPoint</Application>
  <PresentationFormat>Widescreen</PresentationFormat>
  <Paragraphs>86</Paragraphs>
  <Slides>11</Slides>
  <Notes>0</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Arial</vt:lpstr>
      <vt:lpstr>Calibri</vt:lpstr>
      <vt:lpstr>Cantarell</vt:lpstr>
      <vt:lpstr>Office Theme</vt:lpstr>
      <vt:lpstr>CS3532 Project Case Study  Presentation </vt:lpstr>
      <vt:lpstr>Blink Access Just-In-Time Temporary AWS Credential Vending System</vt:lpstr>
      <vt:lpstr>Introduction</vt:lpstr>
      <vt:lpstr>Features</vt:lpstr>
      <vt:lpstr>Architecture</vt:lpstr>
      <vt:lpstr>AWS Services Used</vt:lpstr>
      <vt:lpstr>Tech Stack</vt:lpstr>
      <vt:lpstr>Results &amp; Free Tier</vt:lpstr>
      <vt:lpstr>Key Learnings</vt:lpstr>
      <vt:lpstr>Conclusion</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Aneesh Adithya SR</cp:lastModifiedBy>
  <cp:revision>2</cp:revision>
  <dcterms:modified xsi:type="dcterms:W3CDTF">2026-04-22T07:42:42Z</dcterms:modified>
</cp:coreProperties>
</file>